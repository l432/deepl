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bookmarkIdSeed="2">
  <p:sldMasterIdLst>
    <p:sldMasterId id="2147483648" r:id="rId4"/>
  </p:sldMasterIdLst>
  <p:notesMasterIdLst>
    <p:notesMasterId r:id="rId25"/>
  </p:notesMasterIdLst>
  <p:handoutMasterIdLst>
    <p:handoutMasterId r:id="rId26"/>
  </p:handoutMasterIdLst>
  <p:sldIdLst>
    <p:sldId id="256" r:id="rId5"/>
    <p:sldId id="327" r:id="rId6"/>
    <p:sldId id="257" r:id="rId7"/>
    <p:sldId id="328" r:id="rId8"/>
    <p:sldId id="489" r:id="rId9"/>
    <p:sldId id="403" r:id="rId10"/>
    <p:sldId id="477" r:id="rId11"/>
    <p:sldId id="851" r:id="rId12"/>
    <p:sldId id="859" r:id="rId13"/>
    <p:sldId id="857" r:id="rId14"/>
    <p:sldId id="260" r:id="rId15"/>
    <p:sldId id="856" r:id="rId16"/>
    <p:sldId id="852" r:id="rId17"/>
    <p:sldId id="487" r:id="rId18"/>
    <p:sldId id="862" r:id="rId19"/>
    <p:sldId id="844" r:id="rId20"/>
    <p:sldId id="853" r:id="rId21"/>
    <p:sldId id="846" r:id="rId22"/>
    <p:sldId id="842" r:id="rId23"/>
    <p:sldId id="847"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9F9"/>
    <a:srgbClr val="627272"/>
    <a:srgbClr val="FF6600"/>
    <a:srgbClr val="3E7090"/>
    <a:srgbClr val="685135"/>
    <a:srgbClr val="BDA07D"/>
    <a:srgbClr val="93A5A8"/>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Style léger 1 - Accentuation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FD0F851-EC5A-4D38-B0AD-8093EC10F338}" styleName="Style léger 1 - Accentuation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Style léger 1 - Accentuation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08FB837D-C827-4EFA-A057-4D05807E0F7C}" styleName="Style à thème 1 - Accentuation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BDBED569-4797-4DF1-A0F4-6AAB3CD982D8}" styleName="Style léger 3 - Accentuation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31" autoAdjust="0"/>
    <p:restoredTop sz="94087" autoAdjust="0"/>
  </p:normalViewPr>
  <p:slideViewPr>
    <p:cSldViewPr snapToGrid="0">
      <p:cViewPr varScale="1">
        <p:scale>
          <a:sx n="92" d="100"/>
          <a:sy n="92" d="100"/>
        </p:scale>
        <p:origin x="298" y="6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25" d="100"/>
        <a:sy n="125" d="100"/>
      </p:scale>
      <p:origin x="0" y="-1584"/>
    </p:cViewPr>
  </p:sorterViewPr>
  <p:notesViewPr>
    <p:cSldViewPr snapToGrid="0">
      <p:cViewPr varScale="1">
        <p:scale>
          <a:sx n="125" d="100"/>
          <a:sy n="125" d="100"/>
        </p:scale>
        <p:origin x="4860" y="6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EAF03AE-1CC2-475F-B909-50970E9699A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B63C45E-73BA-4C86-A24F-A5006B4E7BA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37A4CE-17BB-4BB2-AC7B-97495293E2AC}" type="datetimeFigureOut">
              <a:rPr lang="en-US" smtClean="0"/>
              <a:t>7/14/2026</a:t>
            </a:fld>
            <a:endParaRPr lang="en-US" dirty="0"/>
          </a:p>
        </p:txBody>
      </p:sp>
      <p:sp>
        <p:nvSpPr>
          <p:cNvPr id="4" name="Footer Placeholder 3">
            <a:extLst>
              <a:ext uri="{FF2B5EF4-FFF2-40B4-BE49-F238E27FC236}">
                <a16:creationId xmlns:a16="http://schemas.microsoft.com/office/drawing/2014/main" id="{D71DB874-DF6A-4AFA-8055-4AD7EE4CE3A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677078F-04CB-4625-B536-5BCAA2EC6CA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E0EF92D-82DD-4142-BCE8-036B91487D2E}" type="slidenum">
              <a:rPr lang="en-US" smtClean="0"/>
              <a:t>‹N°›</a:t>
            </a:fld>
            <a:endParaRPr lang="en-US" dirty="0"/>
          </a:p>
        </p:txBody>
      </p:sp>
    </p:spTree>
    <p:extLst>
      <p:ext uri="{BB962C8B-B14F-4D97-AF65-F5344CB8AC3E}">
        <p14:creationId xmlns:p14="http://schemas.microsoft.com/office/powerpoint/2010/main" val="7570708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86C8F5-2FDA-4718-81AA-24F4816BBD56}" type="datetimeFigureOut">
              <a:rPr lang="en-US" smtClean="0"/>
              <a:t>7/14/2026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8EC616-C518-4358-9496-6C33B2F5FA56}" type="slidenum">
              <a:rPr lang="en-US" smtClean="0"/>
              <a:t>‹N°›</a:t>
            </a:fld>
            <a:endParaRPr lang="en-US" dirty="0"/>
          </a:p>
        </p:txBody>
      </p:sp>
    </p:spTree>
    <p:extLst>
      <p:ext uri="{BB962C8B-B14F-4D97-AF65-F5344CB8AC3E}">
        <p14:creationId xmlns:p14="http://schemas.microsoft.com/office/powerpoint/2010/main" val="17323220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C58EC616-C518-4358-9496-6C33B2F5FA56}" type="slidenum">
              <a:rPr lang="en-US" smtClean="0"/>
              <a:t>3</a:t>
            </a:fld>
            <a:endParaRPr lang="en-US" dirty="0"/>
          </a:p>
        </p:txBody>
      </p:sp>
    </p:spTree>
    <p:extLst>
      <p:ext uri="{BB962C8B-B14F-4D97-AF65-F5344CB8AC3E}">
        <p14:creationId xmlns:p14="http://schemas.microsoft.com/office/powerpoint/2010/main" val="5449109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C58EC616-C518-4358-9496-6C33B2F5FA56}" type="slidenum">
              <a:rPr lang="en-US" smtClean="0"/>
              <a:t>5</a:t>
            </a:fld>
            <a:endParaRPr lang="en-US" dirty="0"/>
          </a:p>
        </p:txBody>
      </p:sp>
    </p:spTree>
    <p:extLst>
      <p:ext uri="{BB962C8B-B14F-4D97-AF65-F5344CB8AC3E}">
        <p14:creationId xmlns:p14="http://schemas.microsoft.com/office/powerpoint/2010/main" val="15286660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C58EC616-C518-4358-9496-6C33B2F5FA56}" type="slidenum">
              <a:rPr lang="en-US" smtClean="0"/>
              <a:t>6</a:t>
            </a:fld>
            <a:endParaRPr lang="en-US" dirty="0"/>
          </a:p>
        </p:txBody>
      </p:sp>
    </p:spTree>
    <p:extLst>
      <p:ext uri="{BB962C8B-B14F-4D97-AF65-F5344CB8AC3E}">
        <p14:creationId xmlns:p14="http://schemas.microsoft.com/office/powerpoint/2010/main" val="873216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C58EC616-C518-4358-9496-6C33B2F5FA56}" type="slidenum">
              <a:rPr lang="en-US" smtClean="0"/>
              <a:t>7</a:t>
            </a:fld>
            <a:endParaRPr lang="en-US" dirty="0"/>
          </a:p>
        </p:txBody>
      </p:sp>
    </p:spTree>
    <p:extLst>
      <p:ext uri="{BB962C8B-B14F-4D97-AF65-F5344CB8AC3E}">
        <p14:creationId xmlns:p14="http://schemas.microsoft.com/office/powerpoint/2010/main" val="29687033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C58EC616-C518-4358-9496-6C33B2F5FA56}" type="slidenum">
              <a:rPr lang="en-US" smtClean="0"/>
              <a:t>8</a:t>
            </a:fld>
            <a:endParaRPr lang="en-US" dirty="0"/>
          </a:p>
        </p:txBody>
      </p:sp>
    </p:spTree>
    <p:extLst>
      <p:ext uri="{BB962C8B-B14F-4D97-AF65-F5344CB8AC3E}">
        <p14:creationId xmlns:p14="http://schemas.microsoft.com/office/powerpoint/2010/main" val="26542904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C58EC616-C518-4358-9496-6C33B2F5FA56}" type="slidenum">
              <a:rPr lang="en-US" smtClean="0"/>
              <a:t>12</a:t>
            </a:fld>
            <a:endParaRPr lang="en-US" dirty="0"/>
          </a:p>
        </p:txBody>
      </p:sp>
    </p:spTree>
    <p:extLst>
      <p:ext uri="{BB962C8B-B14F-4D97-AF65-F5344CB8AC3E}">
        <p14:creationId xmlns:p14="http://schemas.microsoft.com/office/powerpoint/2010/main" val="41117425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C58EC616-C518-4358-9496-6C33B2F5FA56}" type="slidenum">
              <a:rPr lang="en-US" smtClean="0"/>
              <a:t>13</a:t>
            </a:fld>
            <a:endParaRPr lang="en-US" dirty="0"/>
          </a:p>
        </p:txBody>
      </p:sp>
    </p:spTree>
    <p:extLst>
      <p:ext uri="{BB962C8B-B14F-4D97-AF65-F5344CB8AC3E}">
        <p14:creationId xmlns:p14="http://schemas.microsoft.com/office/powerpoint/2010/main" val="11204640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C58EC616-C518-4358-9496-6C33B2F5FA56}" type="slidenum">
              <a:rPr lang="en-US" smtClean="0"/>
              <a:t>15</a:t>
            </a:fld>
            <a:endParaRPr lang="en-US" dirty="0"/>
          </a:p>
        </p:txBody>
      </p:sp>
    </p:spTree>
    <p:extLst>
      <p:ext uri="{BB962C8B-B14F-4D97-AF65-F5344CB8AC3E}">
        <p14:creationId xmlns:p14="http://schemas.microsoft.com/office/powerpoint/2010/main" val="10824380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C58EC616-C518-4358-9496-6C33B2F5FA56}" type="slidenum">
              <a:rPr lang="en-US" smtClean="0"/>
              <a:t>17</a:t>
            </a:fld>
            <a:endParaRPr lang="en-US" dirty="0"/>
          </a:p>
        </p:txBody>
      </p:sp>
    </p:spTree>
    <p:extLst>
      <p:ext uri="{BB962C8B-B14F-4D97-AF65-F5344CB8AC3E}">
        <p14:creationId xmlns:p14="http://schemas.microsoft.com/office/powerpoint/2010/main" val="39713678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C58EC616-C518-4358-9496-6C33B2F5FA56}" type="slidenum">
              <a:rPr lang="en-US" smtClean="0"/>
              <a:t>19</a:t>
            </a:fld>
            <a:endParaRPr lang="en-US" dirty="0"/>
          </a:p>
        </p:txBody>
      </p:sp>
    </p:spTree>
    <p:extLst>
      <p:ext uri="{BB962C8B-B14F-4D97-AF65-F5344CB8AC3E}">
        <p14:creationId xmlns:p14="http://schemas.microsoft.com/office/powerpoint/2010/main" val="10276587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44ACCFF-64A9-40AA-93F9-86E3CE016187}"/>
              </a:ext>
            </a:extLst>
          </p:cNvPr>
          <p:cNvSpPr>
            <a:spLocks noGrp="1"/>
          </p:cNvSpPr>
          <p:nvPr>
            <p:ph type="title" hasCustomPrompt="1"/>
          </p:nvPr>
        </p:nvSpPr>
        <p:spPr>
          <a:xfrm>
            <a:off x="651769" y="2683895"/>
            <a:ext cx="5278514" cy="2862225"/>
          </a:xfrm>
          <a:prstGeom prst="rect">
            <a:avLst/>
          </a:prstGeom>
        </p:spPr>
        <p:txBody>
          <a:bodyPr anchor="b"/>
          <a:lstStyle>
            <a:lvl1pPr>
              <a:lnSpc>
                <a:spcPct val="100000"/>
              </a:lnSpc>
              <a:defRPr sz="5000" cap="all" spc="200" baseline="0"/>
            </a:lvl1pPr>
          </a:lstStyle>
          <a:p>
            <a:r>
              <a:rPr lang="en-US" dirty="0"/>
              <a:t>Click to add title</a:t>
            </a:r>
          </a:p>
        </p:txBody>
      </p:sp>
      <p:sp>
        <p:nvSpPr>
          <p:cNvPr id="9" name="Text Placeholder 8">
            <a:extLst>
              <a:ext uri="{FF2B5EF4-FFF2-40B4-BE49-F238E27FC236}">
                <a16:creationId xmlns:a16="http://schemas.microsoft.com/office/drawing/2014/main" id="{AD785D0F-160C-4A31-93B3-F251B0730757}"/>
              </a:ext>
            </a:extLst>
          </p:cNvPr>
          <p:cNvSpPr>
            <a:spLocks noGrp="1"/>
          </p:cNvSpPr>
          <p:nvPr>
            <p:ph type="body" sz="quarter" idx="10" hasCustomPrompt="1"/>
          </p:nvPr>
        </p:nvSpPr>
        <p:spPr>
          <a:xfrm>
            <a:off x="685636" y="5568698"/>
            <a:ext cx="5278514" cy="618142"/>
          </a:xfrm>
          <a:prstGeom prst="rect">
            <a:avLst/>
          </a:prstGeom>
        </p:spPr>
        <p:txBody>
          <a:bodyPr anchor="t"/>
          <a:lstStyle>
            <a:lvl1pPr marL="0" indent="0">
              <a:buNone/>
              <a:defRPr sz="2000" b="0" i="0" spc="200" baseline="0">
                <a:solidFill>
                  <a:schemeClr val="accent4"/>
                </a:solidFill>
              </a:defRPr>
            </a:lvl1pPr>
          </a:lstStyle>
          <a:p>
            <a:pPr lvl="0"/>
            <a:r>
              <a:rPr lang="en-US" dirty="0"/>
              <a:t>Click to add name</a:t>
            </a:r>
          </a:p>
        </p:txBody>
      </p:sp>
      <p:sp>
        <p:nvSpPr>
          <p:cNvPr id="11" name="Picture Placeholder 10">
            <a:extLst>
              <a:ext uri="{FF2B5EF4-FFF2-40B4-BE49-F238E27FC236}">
                <a16:creationId xmlns:a16="http://schemas.microsoft.com/office/drawing/2014/main" id="{31CCC134-2698-41E9-A225-76300EF59E5D}"/>
              </a:ext>
            </a:extLst>
          </p:cNvPr>
          <p:cNvSpPr>
            <a:spLocks noGrp="1"/>
          </p:cNvSpPr>
          <p:nvPr>
            <p:ph type="pic" sz="quarter" idx="11" hasCustomPrompt="1"/>
          </p:nvPr>
        </p:nvSpPr>
        <p:spPr>
          <a:xfrm>
            <a:off x="8143875" y="947737"/>
            <a:ext cx="4048124" cy="4962525"/>
          </a:xfrm>
          <a:prstGeom prst="rect">
            <a:avLst/>
          </a:prstGeom>
        </p:spPr>
        <p:txBody>
          <a:bodyPr/>
          <a:lstStyle>
            <a:lvl1pPr marL="0" indent="0" algn="ctr">
              <a:buNone/>
              <a:defRPr spc="400" baseline="0"/>
            </a:lvl1pPr>
          </a:lstStyle>
          <a:p>
            <a:r>
              <a:rPr lang="en-US" dirty="0"/>
              <a:t>Click to add photo</a:t>
            </a:r>
          </a:p>
        </p:txBody>
      </p:sp>
    </p:spTree>
    <p:extLst>
      <p:ext uri="{BB962C8B-B14F-4D97-AF65-F5344CB8AC3E}">
        <p14:creationId xmlns:p14="http://schemas.microsoft.com/office/powerpoint/2010/main" val="21278060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4C813-EE84-4C00-BDF7-2FD444FA42A0}"/>
              </a:ext>
            </a:extLst>
          </p:cNvPr>
          <p:cNvSpPr>
            <a:spLocks noGrp="1"/>
          </p:cNvSpPr>
          <p:nvPr>
            <p:ph type="title" hasCustomPrompt="1"/>
          </p:nvPr>
        </p:nvSpPr>
        <p:spPr>
          <a:xfrm>
            <a:off x="1401580" y="942423"/>
            <a:ext cx="4694420" cy="1124392"/>
          </a:xfrm>
          <a:prstGeom prst="rect">
            <a:avLst/>
          </a:prstGeom>
        </p:spPr>
        <p:txBody>
          <a:bodyPr anchor="b"/>
          <a:lstStyle>
            <a:lvl1pPr>
              <a:defRPr sz="3200" cap="all" spc="200" baseline="0">
                <a:solidFill>
                  <a:schemeClr val="accent4"/>
                </a:solidFill>
              </a:defRPr>
            </a:lvl1pPr>
          </a:lstStyle>
          <a:p>
            <a:r>
              <a:rPr lang="en-US" dirty="0"/>
              <a:t>CLICK TO add title</a:t>
            </a:r>
          </a:p>
        </p:txBody>
      </p:sp>
      <p:sp>
        <p:nvSpPr>
          <p:cNvPr id="9" name="Text Placeholder 11">
            <a:extLst>
              <a:ext uri="{FF2B5EF4-FFF2-40B4-BE49-F238E27FC236}">
                <a16:creationId xmlns:a16="http://schemas.microsoft.com/office/drawing/2014/main" id="{41FB44AB-9520-4C96-A83D-2FABD15CBE70}"/>
              </a:ext>
            </a:extLst>
          </p:cNvPr>
          <p:cNvSpPr>
            <a:spLocks noGrp="1"/>
          </p:cNvSpPr>
          <p:nvPr>
            <p:ph type="body" sz="quarter" idx="16" hasCustomPrompt="1"/>
          </p:nvPr>
        </p:nvSpPr>
        <p:spPr>
          <a:xfrm>
            <a:off x="1410587" y="2329867"/>
            <a:ext cx="4058872" cy="3156533"/>
          </a:xfrm>
          <a:prstGeom prst="rect">
            <a:avLst/>
          </a:prstGeom>
        </p:spPr>
        <p:txBody>
          <a:bodyPr/>
          <a:lstStyle>
            <a:lvl1pPr marL="0" indent="0" algn="l">
              <a:lnSpc>
                <a:spcPct val="200000"/>
              </a:lnSpc>
              <a:spcBef>
                <a:spcPts val="0"/>
              </a:spcBef>
              <a:buFont typeface="Segoe UI Light" panose="020B0502040204020203" pitchFamily="34" charset="0"/>
              <a:buNone/>
              <a:defRPr sz="2000" cap="none" spc="50" baseline="0">
                <a:solidFill>
                  <a:schemeClr val="accent4"/>
                </a:solidFill>
                <a:latin typeface="+mn-lt"/>
              </a:defRPr>
            </a:lvl1pPr>
          </a:lstStyle>
          <a:p>
            <a:pPr lvl="0"/>
            <a:r>
              <a:rPr lang="en-US" dirty="0"/>
              <a:t>Click to add text</a:t>
            </a:r>
          </a:p>
        </p:txBody>
      </p:sp>
      <p:sp>
        <p:nvSpPr>
          <p:cNvPr id="4" name="Date Placeholder 3">
            <a:extLst>
              <a:ext uri="{FF2B5EF4-FFF2-40B4-BE49-F238E27FC236}">
                <a16:creationId xmlns:a16="http://schemas.microsoft.com/office/drawing/2014/main" id="{3A6B1A04-4BA1-4FCF-B19E-6A052911CC21}"/>
              </a:ext>
            </a:extLst>
          </p:cNvPr>
          <p:cNvSpPr>
            <a:spLocks noGrp="1"/>
          </p:cNvSpPr>
          <p:nvPr>
            <p:ph type="dt" sz="half" idx="10"/>
          </p:nvPr>
        </p:nvSpPr>
        <p:spPr/>
        <p:txBody>
          <a:bodyPr/>
          <a:lstStyle/>
          <a:p>
            <a:fld id="{D875D87C-22E6-4BD8-853A-E12492B18A52}" type="datetime1">
              <a:rPr lang="fr-FR" smtClean="0"/>
              <a:t>15/07/2026</a:t>
            </a:fld>
            <a:endParaRPr lang="en-US" dirty="0"/>
          </a:p>
        </p:txBody>
      </p:sp>
      <p:sp>
        <p:nvSpPr>
          <p:cNvPr id="5" name="Footer Placeholder 4">
            <a:extLst>
              <a:ext uri="{FF2B5EF4-FFF2-40B4-BE49-F238E27FC236}">
                <a16:creationId xmlns:a16="http://schemas.microsoft.com/office/drawing/2014/main" id="{C9DD33EA-800C-403C-867B-B4178A7C375B}"/>
              </a:ext>
            </a:extLst>
          </p:cNvPr>
          <p:cNvSpPr>
            <a:spLocks noGrp="1"/>
          </p:cNvSpPr>
          <p:nvPr>
            <p:ph type="ftr" sz="quarter" idx="11"/>
          </p:nvPr>
        </p:nvSpPr>
        <p:spPr/>
        <p:txBody>
          <a:bodyPr/>
          <a:lstStyle/>
          <a:p>
            <a:r>
              <a:rPr lang="en-US"/>
              <a:t>CA22123 EU-MACE GP3 monthly CG update</a:t>
            </a:r>
            <a:endParaRPr lang="en-US" dirty="0"/>
          </a:p>
        </p:txBody>
      </p:sp>
      <p:sp>
        <p:nvSpPr>
          <p:cNvPr id="7" name="Picture Placeholder 2">
            <a:extLst>
              <a:ext uri="{FF2B5EF4-FFF2-40B4-BE49-F238E27FC236}">
                <a16:creationId xmlns:a16="http://schemas.microsoft.com/office/drawing/2014/main" id="{0285C91D-2914-4BB9-A857-7DFA168C761F}"/>
              </a:ext>
            </a:extLst>
          </p:cNvPr>
          <p:cNvSpPr>
            <a:spLocks noGrp="1"/>
          </p:cNvSpPr>
          <p:nvPr>
            <p:ph type="pic" sz="quarter" idx="14" hasCustomPrompt="1"/>
          </p:nvPr>
        </p:nvSpPr>
        <p:spPr>
          <a:xfrm>
            <a:off x="7183361" y="0"/>
            <a:ext cx="3598052" cy="3258105"/>
          </a:xfrm>
          <a:prstGeom prst="rect">
            <a:avLst/>
          </a:prstGeom>
        </p:spPr>
        <p:txBody>
          <a:bodyPr/>
          <a:lstStyle>
            <a:lvl1pPr marL="0" indent="0" algn="ctr">
              <a:buNone/>
              <a:defRPr spc="400" baseline="0"/>
            </a:lvl1pPr>
          </a:lstStyle>
          <a:p>
            <a:r>
              <a:rPr lang="en-US" dirty="0"/>
              <a:t>Click to add photo</a:t>
            </a:r>
          </a:p>
        </p:txBody>
      </p:sp>
      <p:sp>
        <p:nvSpPr>
          <p:cNvPr id="3" name="Picture Placeholder 2">
            <a:extLst>
              <a:ext uri="{FF2B5EF4-FFF2-40B4-BE49-F238E27FC236}">
                <a16:creationId xmlns:a16="http://schemas.microsoft.com/office/drawing/2014/main" id="{C6896BB5-7888-43CA-A76C-BF7DE06DF2BD}"/>
              </a:ext>
            </a:extLst>
          </p:cNvPr>
          <p:cNvSpPr>
            <a:spLocks noGrp="1"/>
          </p:cNvSpPr>
          <p:nvPr>
            <p:ph type="pic" sz="quarter" idx="13" hasCustomPrompt="1"/>
          </p:nvPr>
        </p:nvSpPr>
        <p:spPr>
          <a:xfrm>
            <a:off x="7183361" y="3599895"/>
            <a:ext cx="3598052" cy="3258105"/>
          </a:xfrm>
          <a:prstGeom prst="rect">
            <a:avLst/>
          </a:prstGeom>
        </p:spPr>
        <p:txBody>
          <a:bodyPr/>
          <a:lstStyle>
            <a:lvl1pPr marL="0" indent="0" algn="ctr">
              <a:buNone/>
              <a:defRPr spc="400" baseline="0"/>
            </a:lvl1pPr>
          </a:lstStyle>
          <a:p>
            <a:r>
              <a:rPr lang="en-US" dirty="0"/>
              <a:t>Click to add photo</a:t>
            </a:r>
          </a:p>
        </p:txBody>
      </p:sp>
      <p:sp>
        <p:nvSpPr>
          <p:cNvPr id="6" name="Slide Number Placeholder 5">
            <a:extLst>
              <a:ext uri="{FF2B5EF4-FFF2-40B4-BE49-F238E27FC236}">
                <a16:creationId xmlns:a16="http://schemas.microsoft.com/office/drawing/2014/main" id="{26C8D158-80CE-4259-AE40-6EC8A072E290}"/>
              </a:ext>
            </a:extLst>
          </p:cNvPr>
          <p:cNvSpPr>
            <a:spLocks noGrp="1"/>
          </p:cNvSpPr>
          <p:nvPr>
            <p:ph type="sldNum" sz="quarter" idx="12"/>
          </p:nvPr>
        </p:nvSpPr>
        <p:spPr/>
        <p:txBody>
          <a:bodyPr/>
          <a:lstStyle/>
          <a:p>
            <a:fld id="{F91729D4-A164-47A3-830D-E792BCE699E4}" type="slidenum">
              <a:rPr lang="en-US" smtClean="0"/>
              <a:t>‹N°›</a:t>
            </a:fld>
            <a:endParaRPr lang="en-US" dirty="0"/>
          </a:p>
        </p:txBody>
      </p:sp>
    </p:spTree>
    <p:extLst>
      <p:ext uri="{BB962C8B-B14F-4D97-AF65-F5344CB8AC3E}">
        <p14:creationId xmlns:p14="http://schemas.microsoft.com/office/powerpoint/2010/main" val="37290225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EC8E4-E66E-43DD-B7F9-77510035ACC4}"/>
              </a:ext>
            </a:extLst>
          </p:cNvPr>
          <p:cNvSpPr>
            <a:spLocks noGrp="1"/>
          </p:cNvSpPr>
          <p:nvPr>
            <p:ph type="title" hasCustomPrompt="1"/>
          </p:nvPr>
        </p:nvSpPr>
        <p:spPr>
          <a:xfrm>
            <a:off x="6197600" y="2921000"/>
            <a:ext cx="4749800" cy="527050"/>
          </a:xfrm>
          <a:prstGeom prst="rect">
            <a:avLst/>
          </a:prstGeom>
        </p:spPr>
        <p:txBody>
          <a:bodyPr anchor="b"/>
          <a:lstStyle>
            <a:lvl1pPr>
              <a:defRPr sz="3200" cap="all" spc="200" baseline="0">
                <a:solidFill>
                  <a:schemeClr val="accent4"/>
                </a:solidFill>
              </a:defRPr>
            </a:lvl1pPr>
          </a:lstStyle>
          <a:p>
            <a:r>
              <a:rPr lang="en-US" dirty="0"/>
              <a:t>CLICK TO ADD TITLE</a:t>
            </a:r>
          </a:p>
        </p:txBody>
      </p:sp>
      <p:sp>
        <p:nvSpPr>
          <p:cNvPr id="9" name="Picture Placeholder 8">
            <a:extLst>
              <a:ext uri="{FF2B5EF4-FFF2-40B4-BE49-F238E27FC236}">
                <a16:creationId xmlns:a16="http://schemas.microsoft.com/office/drawing/2014/main" id="{3DA549A2-F99E-46CF-BFF2-0F2D5834E10E}"/>
              </a:ext>
            </a:extLst>
          </p:cNvPr>
          <p:cNvSpPr>
            <a:spLocks noGrp="1"/>
          </p:cNvSpPr>
          <p:nvPr>
            <p:ph type="pic" sz="quarter" idx="13" hasCustomPrompt="1"/>
          </p:nvPr>
        </p:nvSpPr>
        <p:spPr>
          <a:xfrm>
            <a:off x="838200" y="492125"/>
            <a:ext cx="4114800" cy="5372100"/>
          </a:xfrm>
          <a:prstGeom prst="rect">
            <a:avLst/>
          </a:prstGeom>
        </p:spPr>
        <p:txBody>
          <a:bodyPr/>
          <a:lstStyle>
            <a:lvl1pPr marL="0" indent="0">
              <a:buNone/>
              <a:defRPr spc="400" baseline="0"/>
            </a:lvl1pPr>
          </a:lstStyle>
          <a:p>
            <a:r>
              <a:rPr lang="en-US" dirty="0"/>
              <a:t>Click to add photo</a:t>
            </a:r>
          </a:p>
        </p:txBody>
      </p:sp>
      <p:sp>
        <p:nvSpPr>
          <p:cNvPr id="13" name="Text Placeholder 11">
            <a:extLst>
              <a:ext uri="{FF2B5EF4-FFF2-40B4-BE49-F238E27FC236}">
                <a16:creationId xmlns:a16="http://schemas.microsoft.com/office/drawing/2014/main" id="{8E76B184-0041-41D4-948C-64DE4AB097C0}"/>
              </a:ext>
            </a:extLst>
          </p:cNvPr>
          <p:cNvSpPr>
            <a:spLocks noGrp="1"/>
          </p:cNvSpPr>
          <p:nvPr>
            <p:ph type="body" sz="quarter" idx="15" hasCustomPrompt="1"/>
          </p:nvPr>
        </p:nvSpPr>
        <p:spPr>
          <a:xfrm>
            <a:off x="6197600" y="3429000"/>
            <a:ext cx="4749800" cy="2129971"/>
          </a:xfrm>
          <a:prstGeom prst="rect">
            <a:avLst/>
          </a:prstGeom>
        </p:spPr>
        <p:txBody>
          <a:bodyPr/>
          <a:lstStyle>
            <a:lvl1pPr marL="0" indent="0" algn="l">
              <a:lnSpc>
                <a:spcPct val="150000"/>
              </a:lnSpc>
              <a:spcBef>
                <a:spcPts val="0"/>
              </a:spcBef>
              <a:buNone/>
              <a:defRPr sz="1400" cap="none" spc="50" baseline="0">
                <a:latin typeface="+mn-lt"/>
              </a:defRPr>
            </a:lvl1pPr>
          </a:lstStyle>
          <a:p>
            <a:pPr lvl="0"/>
            <a:r>
              <a:rPr lang="en-US" dirty="0"/>
              <a:t>Click to add text</a:t>
            </a:r>
          </a:p>
        </p:txBody>
      </p:sp>
      <p:sp>
        <p:nvSpPr>
          <p:cNvPr id="4" name="Date Placeholder 3">
            <a:extLst>
              <a:ext uri="{FF2B5EF4-FFF2-40B4-BE49-F238E27FC236}">
                <a16:creationId xmlns:a16="http://schemas.microsoft.com/office/drawing/2014/main" id="{B89B09CA-52A5-4AB5-AF1F-8A21941819CE}"/>
              </a:ext>
            </a:extLst>
          </p:cNvPr>
          <p:cNvSpPr>
            <a:spLocks noGrp="1"/>
          </p:cNvSpPr>
          <p:nvPr>
            <p:ph type="dt" sz="half" idx="10"/>
          </p:nvPr>
        </p:nvSpPr>
        <p:spPr/>
        <p:txBody>
          <a:bodyPr/>
          <a:lstStyle/>
          <a:p>
            <a:fld id="{7614B84B-CEC0-4C6E-B98D-0D4067E30C1B}" type="datetime1">
              <a:rPr lang="fr-FR" smtClean="0"/>
              <a:t>15/07/2026</a:t>
            </a:fld>
            <a:endParaRPr lang="en-US" dirty="0"/>
          </a:p>
        </p:txBody>
      </p:sp>
      <p:sp>
        <p:nvSpPr>
          <p:cNvPr id="5" name="Footer Placeholder 4">
            <a:extLst>
              <a:ext uri="{FF2B5EF4-FFF2-40B4-BE49-F238E27FC236}">
                <a16:creationId xmlns:a16="http://schemas.microsoft.com/office/drawing/2014/main" id="{6BF5B9A3-008F-4631-AAAD-66E8363F3C0F}"/>
              </a:ext>
            </a:extLst>
          </p:cNvPr>
          <p:cNvSpPr>
            <a:spLocks noGrp="1"/>
          </p:cNvSpPr>
          <p:nvPr>
            <p:ph type="ftr" sz="quarter" idx="11"/>
          </p:nvPr>
        </p:nvSpPr>
        <p:spPr/>
        <p:txBody>
          <a:bodyPr/>
          <a:lstStyle/>
          <a:p>
            <a:r>
              <a:rPr lang="en-US"/>
              <a:t>CA22123 EU-MACE GP3 monthly CG update</a:t>
            </a:r>
            <a:endParaRPr lang="en-US" dirty="0"/>
          </a:p>
        </p:txBody>
      </p:sp>
      <p:sp>
        <p:nvSpPr>
          <p:cNvPr id="6" name="Slide Number Placeholder 5">
            <a:extLst>
              <a:ext uri="{FF2B5EF4-FFF2-40B4-BE49-F238E27FC236}">
                <a16:creationId xmlns:a16="http://schemas.microsoft.com/office/drawing/2014/main" id="{84547ADF-979E-4B05-BD10-4C2F27964C58}"/>
              </a:ext>
            </a:extLst>
          </p:cNvPr>
          <p:cNvSpPr>
            <a:spLocks noGrp="1"/>
          </p:cNvSpPr>
          <p:nvPr>
            <p:ph type="sldNum" sz="quarter" idx="12"/>
          </p:nvPr>
        </p:nvSpPr>
        <p:spPr/>
        <p:txBody>
          <a:bodyPr/>
          <a:lstStyle/>
          <a:p>
            <a:fld id="{F91729D4-A164-47A3-830D-E792BCE699E4}" type="slidenum">
              <a:rPr lang="en-US" smtClean="0"/>
              <a:t>‹N°›</a:t>
            </a:fld>
            <a:endParaRPr lang="en-US" dirty="0"/>
          </a:p>
        </p:txBody>
      </p:sp>
    </p:spTree>
    <p:extLst>
      <p:ext uri="{BB962C8B-B14F-4D97-AF65-F5344CB8AC3E}">
        <p14:creationId xmlns:p14="http://schemas.microsoft.com/office/powerpoint/2010/main" val="29193618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rimary Goals">
    <p:spTree>
      <p:nvGrpSpPr>
        <p:cNvPr id="1" name=""/>
        <p:cNvGrpSpPr/>
        <p:nvPr/>
      </p:nvGrpSpPr>
      <p:grpSpPr>
        <a:xfrm>
          <a:off x="0" y="0"/>
          <a:ext cx="0" cy="0"/>
          <a:chOff x="0" y="0"/>
          <a:chExt cx="0" cy="0"/>
        </a:xfrm>
      </p:grpSpPr>
      <p:sp>
        <p:nvSpPr>
          <p:cNvPr id="15" name="Picture Placeholder 2">
            <a:extLst>
              <a:ext uri="{FF2B5EF4-FFF2-40B4-BE49-F238E27FC236}">
                <a16:creationId xmlns:a16="http://schemas.microsoft.com/office/drawing/2014/main" id="{38C8EB8A-A968-4E47-AE69-9A01E7717EB1}"/>
              </a:ext>
            </a:extLst>
          </p:cNvPr>
          <p:cNvSpPr>
            <a:spLocks noGrp="1"/>
          </p:cNvSpPr>
          <p:nvPr>
            <p:ph type="pic" sz="quarter" idx="14" hasCustomPrompt="1"/>
          </p:nvPr>
        </p:nvSpPr>
        <p:spPr>
          <a:xfrm>
            <a:off x="598402" y="598401"/>
            <a:ext cx="9645056" cy="5661198"/>
          </a:xfrm>
          <a:prstGeom prst="rect">
            <a:avLst/>
          </a:prstGeom>
        </p:spPr>
        <p:txBody>
          <a:bodyPr/>
          <a:lstStyle>
            <a:lvl1pPr marL="0" indent="0" algn="ctr">
              <a:buNone/>
              <a:defRPr spc="400" baseline="0"/>
            </a:lvl1pPr>
          </a:lstStyle>
          <a:p>
            <a:r>
              <a:rPr lang="en-US" dirty="0"/>
              <a:t>Click to add photo</a:t>
            </a:r>
          </a:p>
        </p:txBody>
      </p:sp>
      <p:sp>
        <p:nvSpPr>
          <p:cNvPr id="2" name="Title 1">
            <a:extLst>
              <a:ext uri="{FF2B5EF4-FFF2-40B4-BE49-F238E27FC236}">
                <a16:creationId xmlns:a16="http://schemas.microsoft.com/office/drawing/2014/main" id="{85A198BF-0DCC-40E9-B9E5-892F3CCF5439}"/>
              </a:ext>
            </a:extLst>
          </p:cNvPr>
          <p:cNvSpPr>
            <a:spLocks noGrp="1"/>
          </p:cNvSpPr>
          <p:nvPr>
            <p:ph type="title" hasCustomPrompt="1"/>
          </p:nvPr>
        </p:nvSpPr>
        <p:spPr>
          <a:xfrm>
            <a:off x="6169978" y="3443968"/>
            <a:ext cx="6022021" cy="882499"/>
          </a:xfrm>
          <a:prstGeom prst="rect">
            <a:avLst/>
          </a:prstGeom>
          <a:solidFill>
            <a:schemeClr val="accent4">
              <a:alpha val="80000"/>
            </a:schemeClr>
          </a:solidFill>
        </p:spPr>
        <p:txBody>
          <a:bodyPr lIns="1371600" tIns="457200" anchor="ctr" anchorCtr="0"/>
          <a:lstStyle>
            <a:lvl1pPr>
              <a:defRPr sz="3200" cap="all" spc="200" baseline="0">
                <a:solidFill>
                  <a:schemeClr val="bg1"/>
                </a:solidFill>
              </a:defRPr>
            </a:lvl1pPr>
          </a:lstStyle>
          <a:p>
            <a:r>
              <a:rPr lang="en-US" dirty="0"/>
              <a:t>Click to add title</a:t>
            </a:r>
          </a:p>
        </p:txBody>
      </p:sp>
      <p:sp>
        <p:nvSpPr>
          <p:cNvPr id="9" name="Text Placeholder 11">
            <a:extLst>
              <a:ext uri="{FF2B5EF4-FFF2-40B4-BE49-F238E27FC236}">
                <a16:creationId xmlns:a16="http://schemas.microsoft.com/office/drawing/2014/main" id="{FAD04F8B-0B18-4B5F-B3A8-8EEDC439F5F5}"/>
              </a:ext>
            </a:extLst>
          </p:cNvPr>
          <p:cNvSpPr>
            <a:spLocks noGrp="1"/>
          </p:cNvSpPr>
          <p:nvPr>
            <p:ph type="body" sz="quarter" idx="16" hasCustomPrompt="1"/>
          </p:nvPr>
        </p:nvSpPr>
        <p:spPr>
          <a:xfrm>
            <a:off x="6169979" y="4326467"/>
            <a:ext cx="6022021" cy="830414"/>
          </a:xfrm>
          <a:prstGeom prst="rect">
            <a:avLst/>
          </a:prstGeom>
          <a:solidFill>
            <a:schemeClr val="accent4">
              <a:alpha val="80000"/>
            </a:schemeClr>
          </a:solidFill>
        </p:spPr>
        <p:txBody>
          <a:bodyPr lIns="1371600" bIns="365760" anchor="ctr"/>
          <a:lstStyle>
            <a:lvl1pPr marL="0" indent="0" algn="l">
              <a:buNone/>
              <a:defRPr sz="2000" i="0" cap="none" spc="200" baseline="0">
                <a:solidFill>
                  <a:schemeClr val="bg1"/>
                </a:solidFill>
                <a:latin typeface="+mj-lt"/>
              </a:defRPr>
            </a:lvl1pPr>
          </a:lstStyle>
          <a:p>
            <a:pPr lvl="0"/>
            <a:r>
              <a:rPr lang="en-US" dirty="0"/>
              <a:t>Click to add title</a:t>
            </a:r>
          </a:p>
        </p:txBody>
      </p:sp>
    </p:spTree>
    <p:extLst>
      <p:ext uri="{BB962C8B-B14F-4D97-AF65-F5344CB8AC3E}">
        <p14:creationId xmlns:p14="http://schemas.microsoft.com/office/powerpoint/2010/main" val="15930739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arterly Performanc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EE33C-7BB8-4644-AC43-EAFCF071A501}"/>
              </a:ext>
            </a:extLst>
          </p:cNvPr>
          <p:cNvSpPr>
            <a:spLocks noGrp="1"/>
          </p:cNvSpPr>
          <p:nvPr>
            <p:ph type="title" hasCustomPrompt="1"/>
          </p:nvPr>
        </p:nvSpPr>
        <p:spPr>
          <a:xfrm>
            <a:off x="1109663" y="498928"/>
            <a:ext cx="9972675" cy="567873"/>
          </a:xfrm>
          <a:prstGeom prst="rect">
            <a:avLst/>
          </a:prstGeom>
        </p:spPr>
        <p:txBody>
          <a:bodyPr/>
          <a:lstStyle>
            <a:lvl1pPr algn="ctr">
              <a:defRPr sz="3200" cap="all" spc="200" baseline="0">
                <a:solidFill>
                  <a:schemeClr val="accent4"/>
                </a:solidFill>
              </a:defRPr>
            </a:lvl1pPr>
          </a:lstStyle>
          <a:p>
            <a:r>
              <a:rPr lang="en-US" dirty="0"/>
              <a:t>Click to add title</a:t>
            </a:r>
          </a:p>
        </p:txBody>
      </p:sp>
      <p:sp>
        <p:nvSpPr>
          <p:cNvPr id="7" name="Date Placeholder 6">
            <a:extLst>
              <a:ext uri="{FF2B5EF4-FFF2-40B4-BE49-F238E27FC236}">
                <a16:creationId xmlns:a16="http://schemas.microsoft.com/office/drawing/2014/main" id="{A36A6D30-3C9B-4105-8529-1FC3C4799157}"/>
              </a:ext>
            </a:extLst>
          </p:cNvPr>
          <p:cNvSpPr>
            <a:spLocks noGrp="1"/>
          </p:cNvSpPr>
          <p:nvPr>
            <p:ph type="dt" sz="half" idx="10"/>
          </p:nvPr>
        </p:nvSpPr>
        <p:spPr/>
        <p:txBody>
          <a:bodyPr/>
          <a:lstStyle/>
          <a:p>
            <a:fld id="{8F743DE7-67DC-4C4B-AF77-6B0618833453}" type="datetime1">
              <a:rPr lang="fr-FR" smtClean="0"/>
              <a:t>15/07/2026</a:t>
            </a:fld>
            <a:endParaRPr lang="en-US" dirty="0"/>
          </a:p>
        </p:txBody>
      </p:sp>
      <p:sp>
        <p:nvSpPr>
          <p:cNvPr id="8" name="Footer Placeholder 7">
            <a:extLst>
              <a:ext uri="{FF2B5EF4-FFF2-40B4-BE49-F238E27FC236}">
                <a16:creationId xmlns:a16="http://schemas.microsoft.com/office/drawing/2014/main" id="{6F6CE03B-D3BE-49C6-B2A4-0E17803F19AE}"/>
              </a:ext>
            </a:extLst>
          </p:cNvPr>
          <p:cNvSpPr>
            <a:spLocks noGrp="1"/>
          </p:cNvSpPr>
          <p:nvPr>
            <p:ph type="ftr" sz="quarter" idx="11"/>
          </p:nvPr>
        </p:nvSpPr>
        <p:spPr/>
        <p:txBody>
          <a:bodyPr/>
          <a:lstStyle/>
          <a:p>
            <a:r>
              <a:rPr lang="en-US"/>
              <a:t>CA22123 EU-MACE GP3 monthly CG update</a:t>
            </a:r>
            <a:endParaRPr lang="en-US" dirty="0"/>
          </a:p>
        </p:txBody>
      </p:sp>
      <p:sp>
        <p:nvSpPr>
          <p:cNvPr id="9" name="Slide Number Placeholder 8">
            <a:extLst>
              <a:ext uri="{FF2B5EF4-FFF2-40B4-BE49-F238E27FC236}">
                <a16:creationId xmlns:a16="http://schemas.microsoft.com/office/drawing/2014/main" id="{3DEB961D-2B84-4E52-A71A-1C55CFFD8FFB}"/>
              </a:ext>
            </a:extLst>
          </p:cNvPr>
          <p:cNvSpPr>
            <a:spLocks noGrp="1"/>
          </p:cNvSpPr>
          <p:nvPr>
            <p:ph type="sldNum" sz="quarter" idx="12"/>
          </p:nvPr>
        </p:nvSpPr>
        <p:spPr/>
        <p:txBody>
          <a:bodyPr/>
          <a:lstStyle/>
          <a:p>
            <a:fld id="{F91729D4-A164-47A3-830D-E792BCE699E4}" type="slidenum">
              <a:rPr lang="en-US" smtClean="0"/>
              <a:t>‹N°›</a:t>
            </a:fld>
            <a:endParaRPr lang="en-US" dirty="0"/>
          </a:p>
        </p:txBody>
      </p:sp>
    </p:spTree>
    <p:extLst>
      <p:ext uri="{BB962C8B-B14F-4D97-AF65-F5344CB8AC3E}">
        <p14:creationId xmlns:p14="http://schemas.microsoft.com/office/powerpoint/2010/main" val="33672719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reas of Growt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AA794-F088-4753-95A0-021064EE61C0}"/>
              </a:ext>
            </a:extLst>
          </p:cNvPr>
          <p:cNvSpPr>
            <a:spLocks noGrp="1"/>
          </p:cNvSpPr>
          <p:nvPr>
            <p:ph type="title" hasCustomPrompt="1"/>
          </p:nvPr>
        </p:nvSpPr>
        <p:spPr>
          <a:xfrm>
            <a:off x="838200" y="494166"/>
            <a:ext cx="10515600" cy="567873"/>
          </a:xfrm>
          <a:prstGeom prst="rect">
            <a:avLst/>
          </a:prstGeom>
        </p:spPr>
        <p:txBody>
          <a:bodyPr/>
          <a:lstStyle>
            <a:lvl1pPr algn="ctr">
              <a:defRPr sz="3200" cap="all" spc="200" baseline="0">
                <a:solidFill>
                  <a:schemeClr val="accent4"/>
                </a:solidFill>
              </a:defRPr>
            </a:lvl1pPr>
          </a:lstStyle>
          <a:p>
            <a:r>
              <a:rPr lang="en-US" dirty="0"/>
              <a:t>Click to add title</a:t>
            </a:r>
          </a:p>
        </p:txBody>
      </p:sp>
      <p:sp>
        <p:nvSpPr>
          <p:cNvPr id="3" name="Date Placeholder 2">
            <a:extLst>
              <a:ext uri="{FF2B5EF4-FFF2-40B4-BE49-F238E27FC236}">
                <a16:creationId xmlns:a16="http://schemas.microsoft.com/office/drawing/2014/main" id="{57C3E83D-2F76-4F03-9EF6-81DED406531E}"/>
              </a:ext>
            </a:extLst>
          </p:cNvPr>
          <p:cNvSpPr>
            <a:spLocks noGrp="1"/>
          </p:cNvSpPr>
          <p:nvPr>
            <p:ph type="dt" sz="half" idx="10"/>
          </p:nvPr>
        </p:nvSpPr>
        <p:spPr/>
        <p:txBody>
          <a:bodyPr/>
          <a:lstStyle/>
          <a:p>
            <a:fld id="{023292C5-6081-44D3-B7BA-4DA213609626}" type="datetime1">
              <a:rPr lang="fr-FR" smtClean="0"/>
              <a:t>15/07/2026</a:t>
            </a:fld>
            <a:endParaRPr lang="en-US" dirty="0"/>
          </a:p>
        </p:txBody>
      </p:sp>
      <p:sp>
        <p:nvSpPr>
          <p:cNvPr id="4" name="Footer Placeholder 3">
            <a:extLst>
              <a:ext uri="{FF2B5EF4-FFF2-40B4-BE49-F238E27FC236}">
                <a16:creationId xmlns:a16="http://schemas.microsoft.com/office/drawing/2014/main" id="{D3D99F77-FE1A-4CD5-8B1C-50D8981A1EE1}"/>
              </a:ext>
            </a:extLst>
          </p:cNvPr>
          <p:cNvSpPr>
            <a:spLocks noGrp="1"/>
          </p:cNvSpPr>
          <p:nvPr>
            <p:ph type="ftr" sz="quarter" idx="11"/>
          </p:nvPr>
        </p:nvSpPr>
        <p:spPr/>
        <p:txBody>
          <a:bodyPr/>
          <a:lstStyle/>
          <a:p>
            <a:r>
              <a:rPr lang="en-US"/>
              <a:t>CA22123 EU-MACE GP3 monthly CG update</a:t>
            </a:r>
            <a:endParaRPr lang="en-US" dirty="0"/>
          </a:p>
        </p:txBody>
      </p:sp>
      <p:sp>
        <p:nvSpPr>
          <p:cNvPr id="5" name="Slide Number Placeholder 4">
            <a:extLst>
              <a:ext uri="{FF2B5EF4-FFF2-40B4-BE49-F238E27FC236}">
                <a16:creationId xmlns:a16="http://schemas.microsoft.com/office/drawing/2014/main" id="{C84CA1C4-7C3D-4FAE-B5FC-D235F6D9E1E8}"/>
              </a:ext>
            </a:extLst>
          </p:cNvPr>
          <p:cNvSpPr>
            <a:spLocks noGrp="1"/>
          </p:cNvSpPr>
          <p:nvPr>
            <p:ph type="sldNum" sz="quarter" idx="12"/>
          </p:nvPr>
        </p:nvSpPr>
        <p:spPr/>
        <p:txBody>
          <a:bodyPr/>
          <a:lstStyle/>
          <a:p>
            <a:fld id="{F91729D4-A164-47A3-830D-E792BCE699E4}" type="slidenum">
              <a:rPr lang="en-US" smtClean="0"/>
              <a:t>‹N°›</a:t>
            </a:fld>
            <a:endParaRPr lang="en-US" dirty="0"/>
          </a:p>
        </p:txBody>
      </p:sp>
    </p:spTree>
    <p:extLst>
      <p:ext uri="{BB962C8B-B14F-4D97-AF65-F5344CB8AC3E}">
        <p14:creationId xmlns:p14="http://schemas.microsoft.com/office/powerpoint/2010/main" val="11394882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8E96375-73CE-4ED7-90B6-293AB27ED0AD}"/>
              </a:ext>
            </a:extLst>
          </p:cNvPr>
          <p:cNvSpPr>
            <a:spLocks noGrp="1"/>
          </p:cNvSpPr>
          <p:nvPr>
            <p:ph type="pic" sz="quarter" idx="13" hasCustomPrompt="1"/>
          </p:nvPr>
        </p:nvSpPr>
        <p:spPr>
          <a:xfrm>
            <a:off x="0" y="0"/>
            <a:ext cx="12192000" cy="6858000"/>
          </a:xfrm>
          <a:prstGeom prst="rect">
            <a:avLst/>
          </a:prstGeom>
        </p:spPr>
        <p:txBody>
          <a:bodyPr/>
          <a:lstStyle>
            <a:lvl1pPr marL="0" indent="0" algn="ctr">
              <a:buNone/>
              <a:defRPr spc="400" baseline="0"/>
            </a:lvl1pPr>
          </a:lstStyle>
          <a:p>
            <a:r>
              <a:rPr lang="en-US" dirty="0"/>
              <a:t>Click to add photo</a:t>
            </a:r>
          </a:p>
        </p:txBody>
      </p:sp>
      <p:sp>
        <p:nvSpPr>
          <p:cNvPr id="15" name="Title 14">
            <a:extLst>
              <a:ext uri="{FF2B5EF4-FFF2-40B4-BE49-F238E27FC236}">
                <a16:creationId xmlns:a16="http://schemas.microsoft.com/office/drawing/2014/main" id="{4E8AED7C-EFC3-4427-AD37-E7AA4AF0CF8C}"/>
              </a:ext>
            </a:extLst>
          </p:cNvPr>
          <p:cNvSpPr>
            <a:spLocks noGrp="1"/>
          </p:cNvSpPr>
          <p:nvPr>
            <p:ph type="title" hasCustomPrompt="1"/>
          </p:nvPr>
        </p:nvSpPr>
        <p:spPr>
          <a:xfrm>
            <a:off x="-1" y="1181910"/>
            <a:ext cx="12192000" cy="3352227"/>
          </a:xfrm>
          <a:custGeom>
            <a:avLst/>
            <a:gdLst>
              <a:gd name="connsiteX0" fmla="*/ 11721830 w 12192000"/>
              <a:gd name="connsiteY0" fmla="*/ 0 h 3352227"/>
              <a:gd name="connsiteX1" fmla="*/ 12192000 w 12192000"/>
              <a:gd name="connsiteY1" fmla="*/ 0 h 3352227"/>
              <a:gd name="connsiteX2" fmla="*/ 12192000 w 12192000"/>
              <a:gd name="connsiteY2" fmla="*/ 3352227 h 3352227"/>
              <a:gd name="connsiteX3" fmla="*/ 11721830 w 12192000"/>
              <a:gd name="connsiteY3" fmla="*/ 3352227 h 3352227"/>
              <a:gd name="connsiteX4" fmla="*/ 0 w 12192000"/>
              <a:gd name="connsiteY4" fmla="*/ 0 h 3352227"/>
              <a:gd name="connsiteX5" fmla="*/ 5525311 w 12192000"/>
              <a:gd name="connsiteY5" fmla="*/ 0 h 3352227"/>
              <a:gd name="connsiteX6" fmla="*/ 5525311 w 12192000"/>
              <a:gd name="connsiteY6" fmla="*/ 3352227 h 3352227"/>
              <a:gd name="connsiteX7" fmla="*/ 0 w 12192000"/>
              <a:gd name="connsiteY7" fmla="*/ 3352227 h 3352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3352227">
                <a:moveTo>
                  <a:pt x="11721830" y="0"/>
                </a:moveTo>
                <a:lnTo>
                  <a:pt x="12192000" y="0"/>
                </a:lnTo>
                <a:lnTo>
                  <a:pt x="12192000" y="3352227"/>
                </a:lnTo>
                <a:lnTo>
                  <a:pt x="11721830" y="3352227"/>
                </a:lnTo>
                <a:close/>
                <a:moveTo>
                  <a:pt x="0" y="0"/>
                </a:moveTo>
                <a:lnTo>
                  <a:pt x="5525311" y="0"/>
                </a:lnTo>
                <a:lnTo>
                  <a:pt x="5525311" y="3352227"/>
                </a:lnTo>
                <a:lnTo>
                  <a:pt x="0" y="3352227"/>
                </a:lnTo>
                <a:close/>
              </a:path>
            </a:pathLst>
          </a:custGeom>
          <a:solidFill>
            <a:schemeClr val="accent4">
              <a:lumMod val="20000"/>
              <a:lumOff val="80000"/>
              <a:alpha val="85000"/>
            </a:schemeClr>
          </a:solidFill>
        </p:spPr>
        <p:txBody>
          <a:bodyPr lIns="960120" rIns="7315200" anchor="b"/>
          <a:lstStyle>
            <a:lvl1pPr>
              <a:defRPr lang="en-US" sz="3200" cap="all" spc="200" baseline="0" dirty="0"/>
            </a:lvl1pPr>
          </a:lstStyle>
          <a:p>
            <a:pPr marL="0" lvl="0"/>
            <a:r>
              <a:rPr lang="en-US" dirty="0"/>
              <a:t>Click to add title</a:t>
            </a:r>
          </a:p>
        </p:txBody>
      </p:sp>
      <p:sp>
        <p:nvSpPr>
          <p:cNvPr id="16" name="Text Placeholder 15">
            <a:extLst>
              <a:ext uri="{FF2B5EF4-FFF2-40B4-BE49-F238E27FC236}">
                <a16:creationId xmlns:a16="http://schemas.microsoft.com/office/drawing/2014/main" id="{72FF0B66-A4D6-423A-AC8B-48E8CD7DF8B7}"/>
              </a:ext>
            </a:extLst>
          </p:cNvPr>
          <p:cNvSpPr>
            <a:spLocks noGrp="1"/>
          </p:cNvSpPr>
          <p:nvPr>
            <p:ph type="body" sz="quarter" idx="16" hasCustomPrompt="1"/>
          </p:nvPr>
        </p:nvSpPr>
        <p:spPr>
          <a:xfrm>
            <a:off x="-1" y="4534137"/>
            <a:ext cx="12192000" cy="1141953"/>
          </a:xfrm>
          <a:custGeom>
            <a:avLst/>
            <a:gdLst>
              <a:gd name="connsiteX0" fmla="*/ 11721830 w 12192000"/>
              <a:gd name="connsiteY0" fmla="*/ 1 h 1141953"/>
              <a:gd name="connsiteX1" fmla="*/ 12192000 w 12192000"/>
              <a:gd name="connsiteY1" fmla="*/ 1 h 1141953"/>
              <a:gd name="connsiteX2" fmla="*/ 12192000 w 12192000"/>
              <a:gd name="connsiteY2" fmla="*/ 1141953 h 1141953"/>
              <a:gd name="connsiteX3" fmla="*/ 11721830 w 12192000"/>
              <a:gd name="connsiteY3" fmla="*/ 1141953 h 1141953"/>
              <a:gd name="connsiteX4" fmla="*/ 0 w 12192000"/>
              <a:gd name="connsiteY4" fmla="*/ 0 h 1141953"/>
              <a:gd name="connsiteX5" fmla="*/ 5525311 w 12192000"/>
              <a:gd name="connsiteY5" fmla="*/ 0 h 1141953"/>
              <a:gd name="connsiteX6" fmla="*/ 5525311 w 12192000"/>
              <a:gd name="connsiteY6" fmla="*/ 1141952 h 1141953"/>
              <a:gd name="connsiteX7" fmla="*/ 0 w 12192000"/>
              <a:gd name="connsiteY7" fmla="*/ 1141952 h 1141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141953">
                <a:moveTo>
                  <a:pt x="11721830" y="1"/>
                </a:moveTo>
                <a:lnTo>
                  <a:pt x="12192000" y="1"/>
                </a:lnTo>
                <a:lnTo>
                  <a:pt x="12192000" y="1141953"/>
                </a:lnTo>
                <a:lnTo>
                  <a:pt x="11721830" y="1141953"/>
                </a:lnTo>
                <a:close/>
                <a:moveTo>
                  <a:pt x="0" y="0"/>
                </a:moveTo>
                <a:lnTo>
                  <a:pt x="5525311" y="0"/>
                </a:lnTo>
                <a:lnTo>
                  <a:pt x="5525311" y="1141952"/>
                </a:lnTo>
                <a:lnTo>
                  <a:pt x="0" y="1141952"/>
                </a:lnTo>
                <a:close/>
              </a:path>
            </a:pathLst>
          </a:custGeom>
          <a:solidFill>
            <a:schemeClr val="accent4">
              <a:lumMod val="20000"/>
              <a:lumOff val="80000"/>
              <a:alpha val="85000"/>
            </a:schemeClr>
          </a:solidFill>
        </p:spPr>
        <p:txBody>
          <a:bodyPr lIns="960120" tIns="137160" rIns="6400800" anchor="t"/>
          <a:lstStyle>
            <a:lvl1pPr marL="0" indent="0">
              <a:buNone/>
              <a:defRPr lang="en-US" sz="2000" b="0" i="0" spc="200" baseline="0" dirty="0">
                <a:solidFill>
                  <a:schemeClr val="accent5">
                    <a:lumMod val="50000"/>
                  </a:schemeClr>
                </a:solidFill>
              </a:defRPr>
            </a:lvl1pPr>
          </a:lstStyle>
          <a:p>
            <a:pPr marL="228600" lvl="0" indent="-228600"/>
            <a:r>
              <a:rPr lang="en-US" dirty="0"/>
              <a:t>Click to add name</a:t>
            </a:r>
          </a:p>
        </p:txBody>
      </p:sp>
      <p:sp>
        <p:nvSpPr>
          <p:cNvPr id="2" name="Date Placeholder 1">
            <a:extLst>
              <a:ext uri="{FF2B5EF4-FFF2-40B4-BE49-F238E27FC236}">
                <a16:creationId xmlns:a16="http://schemas.microsoft.com/office/drawing/2014/main" id="{AC52883E-0EA3-4DCA-BB78-AD84BBE53F80}"/>
              </a:ext>
            </a:extLst>
          </p:cNvPr>
          <p:cNvSpPr>
            <a:spLocks noGrp="1"/>
          </p:cNvSpPr>
          <p:nvPr>
            <p:ph type="dt" sz="half" idx="10"/>
          </p:nvPr>
        </p:nvSpPr>
        <p:spPr/>
        <p:txBody>
          <a:bodyPr/>
          <a:lstStyle>
            <a:lvl1pPr>
              <a:defRPr>
                <a:solidFill>
                  <a:schemeClr val="bg1"/>
                </a:solidFill>
                <a:effectLst>
                  <a:outerShdw blurRad="38100" dist="38100" dir="2700000" algn="tl">
                    <a:srgbClr val="000000">
                      <a:alpha val="43137"/>
                    </a:srgbClr>
                  </a:outerShdw>
                </a:effectLst>
              </a:defRPr>
            </a:lvl1pPr>
          </a:lstStyle>
          <a:p>
            <a:fld id="{F24D169F-EDA5-41F4-8005-C5B0B6899C82}" type="datetime1">
              <a:rPr lang="fr-FR" smtClean="0"/>
              <a:t>15/07/2026</a:t>
            </a:fld>
            <a:endParaRPr lang="en-US" dirty="0"/>
          </a:p>
        </p:txBody>
      </p:sp>
      <p:sp>
        <p:nvSpPr>
          <p:cNvPr id="3" name="Footer Placeholder 2">
            <a:extLst>
              <a:ext uri="{FF2B5EF4-FFF2-40B4-BE49-F238E27FC236}">
                <a16:creationId xmlns:a16="http://schemas.microsoft.com/office/drawing/2014/main" id="{C31860F9-7B15-486D-B68B-1D5E02F61DEA}"/>
              </a:ext>
            </a:extLst>
          </p:cNvPr>
          <p:cNvSpPr>
            <a:spLocks noGrp="1"/>
          </p:cNvSpPr>
          <p:nvPr>
            <p:ph type="ftr" sz="quarter" idx="11"/>
          </p:nvPr>
        </p:nvSpPr>
        <p:spPr/>
        <p:txBody>
          <a:bodyPr/>
          <a:lstStyle>
            <a:lvl1pPr>
              <a:defRPr>
                <a:solidFill>
                  <a:schemeClr val="bg1"/>
                </a:solidFill>
                <a:effectLst>
                  <a:outerShdw blurRad="38100" dist="38100" dir="2700000" algn="tl">
                    <a:srgbClr val="000000">
                      <a:alpha val="43137"/>
                    </a:srgbClr>
                  </a:outerShdw>
                </a:effectLst>
              </a:defRPr>
            </a:lvl1pPr>
          </a:lstStyle>
          <a:p>
            <a:r>
              <a:rPr lang="en-US"/>
              <a:t>CA22123 EU-MACE GP3 monthly CG update</a:t>
            </a:r>
            <a:endParaRPr lang="en-US" dirty="0"/>
          </a:p>
        </p:txBody>
      </p:sp>
      <p:sp>
        <p:nvSpPr>
          <p:cNvPr id="4" name="Slide Number Placeholder 3">
            <a:extLst>
              <a:ext uri="{FF2B5EF4-FFF2-40B4-BE49-F238E27FC236}">
                <a16:creationId xmlns:a16="http://schemas.microsoft.com/office/drawing/2014/main" id="{190B89DE-8ADC-4391-8EAF-C713EA69935F}"/>
              </a:ext>
            </a:extLst>
          </p:cNvPr>
          <p:cNvSpPr>
            <a:spLocks noGrp="1"/>
          </p:cNvSpPr>
          <p:nvPr>
            <p:ph type="sldNum" sz="quarter" idx="12"/>
          </p:nvPr>
        </p:nvSpPr>
        <p:spPr/>
        <p:txBody>
          <a:bodyPr/>
          <a:lstStyle>
            <a:lvl1pPr>
              <a:defRPr>
                <a:solidFill>
                  <a:schemeClr val="bg1"/>
                </a:solidFill>
                <a:effectLst>
                  <a:outerShdw blurRad="38100" dist="38100" dir="2700000" algn="tl">
                    <a:srgbClr val="000000">
                      <a:alpha val="43137"/>
                    </a:srgbClr>
                  </a:outerShdw>
                </a:effectLst>
              </a:defRPr>
            </a:lvl1pPr>
          </a:lstStyle>
          <a:p>
            <a:fld id="{F91729D4-A164-47A3-830D-E792BCE699E4}" type="slidenum">
              <a:rPr lang="en-US" smtClean="0"/>
              <a:pPr/>
              <a:t>‹N°›</a:t>
            </a:fld>
            <a:endParaRPr lang="en-US" dirty="0"/>
          </a:p>
        </p:txBody>
      </p:sp>
    </p:spTree>
    <p:extLst>
      <p:ext uri="{BB962C8B-B14F-4D97-AF65-F5344CB8AC3E}">
        <p14:creationId xmlns:p14="http://schemas.microsoft.com/office/powerpoint/2010/main" val="5800635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_4">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886F38-E337-4504-BF25-D65176023E6B}"/>
              </a:ext>
              <a:ext uri="{C183D7F6-B498-43B3-948B-1728B52AA6E4}">
                <adec:decorative xmlns:adec="http://schemas.microsoft.com/office/drawing/2017/decorative" val="1"/>
              </a:ext>
            </a:extLst>
          </p:cNvPr>
          <p:cNvSpPr/>
          <p:nvPr userDrawn="1"/>
        </p:nvSpPr>
        <p:spPr>
          <a:xfrm>
            <a:off x="0" y="4274260"/>
            <a:ext cx="12192000" cy="2583739"/>
          </a:xfrm>
          <a:prstGeom prst="rect">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D93D2BF-453A-45BE-9E29-EC3F8D9F55CE}"/>
              </a:ext>
            </a:extLst>
          </p:cNvPr>
          <p:cNvSpPr>
            <a:spLocks noGrp="1"/>
          </p:cNvSpPr>
          <p:nvPr>
            <p:ph type="title" hasCustomPrompt="1"/>
          </p:nvPr>
        </p:nvSpPr>
        <p:spPr>
          <a:xfrm>
            <a:off x="999846" y="1487527"/>
            <a:ext cx="2581554" cy="1325563"/>
          </a:xfrm>
          <a:prstGeom prst="rect">
            <a:avLst/>
          </a:prstGeom>
        </p:spPr>
        <p:txBody>
          <a:bodyPr anchor="b"/>
          <a:lstStyle>
            <a:lvl1pPr algn="ctr">
              <a:defRPr sz="3200" cap="all" spc="200" baseline="0">
                <a:solidFill>
                  <a:schemeClr val="accent4"/>
                </a:solidFill>
              </a:defRPr>
            </a:lvl1pPr>
          </a:lstStyle>
          <a:p>
            <a:r>
              <a:rPr lang="en-US" dirty="0"/>
              <a:t>Click to add title</a:t>
            </a:r>
          </a:p>
        </p:txBody>
      </p:sp>
      <p:sp>
        <p:nvSpPr>
          <p:cNvPr id="51" name="Picture Placeholder 9">
            <a:extLst>
              <a:ext uri="{FF2B5EF4-FFF2-40B4-BE49-F238E27FC236}">
                <a16:creationId xmlns:a16="http://schemas.microsoft.com/office/drawing/2014/main" id="{C47B8159-559E-42C4-AA5B-7642DE427455}"/>
              </a:ext>
            </a:extLst>
          </p:cNvPr>
          <p:cNvSpPr>
            <a:spLocks noGrp="1"/>
          </p:cNvSpPr>
          <p:nvPr>
            <p:ph type="pic" sz="quarter" idx="23" hasCustomPrompt="1"/>
          </p:nvPr>
        </p:nvSpPr>
        <p:spPr>
          <a:xfrm>
            <a:off x="4793630" y="677419"/>
            <a:ext cx="2357652" cy="1622425"/>
          </a:xfrm>
          <a:prstGeom prst="rect">
            <a:avLst/>
          </a:prstGeom>
        </p:spPr>
        <p:txBody>
          <a:bodyPr/>
          <a:lstStyle>
            <a:lvl1pPr marL="0" indent="0" algn="ctr">
              <a:buNone/>
              <a:defRPr/>
            </a:lvl1pPr>
          </a:lstStyle>
          <a:p>
            <a:r>
              <a:rPr lang="en-US" dirty="0"/>
              <a:t>Click to add photo</a:t>
            </a:r>
          </a:p>
        </p:txBody>
      </p:sp>
      <p:sp>
        <p:nvSpPr>
          <p:cNvPr id="52" name="Text Placeholder 17">
            <a:extLst>
              <a:ext uri="{FF2B5EF4-FFF2-40B4-BE49-F238E27FC236}">
                <a16:creationId xmlns:a16="http://schemas.microsoft.com/office/drawing/2014/main" id="{9E9FA76D-767D-4F48-9238-F384F4D41696}"/>
              </a:ext>
            </a:extLst>
          </p:cNvPr>
          <p:cNvSpPr>
            <a:spLocks noGrp="1"/>
          </p:cNvSpPr>
          <p:nvPr>
            <p:ph type="body" sz="quarter" idx="24" hasCustomPrompt="1"/>
          </p:nvPr>
        </p:nvSpPr>
        <p:spPr>
          <a:xfrm>
            <a:off x="4793628" y="2299842"/>
            <a:ext cx="2357652" cy="475149"/>
          </a:xfrm>
          <a:prstGeom prst="rect">
            <a:avLst/>
          </a:prstGeom>
        </p:spPr>
        <p:txBody>
          <a:bodyPr anchor="b"/>
          <a:lstStyle>
            <a:lvl1pPr marL="0" indent="0" algn="ctr">
              <a:buNone/>
              <a:defRPr sz="1600" cap="all" spc="200" baseline="0">
                <a:solidFill>
                  <a:schemeClr val="accent4"/>
                </a:solidFill>
              </a:defRPr>
            </a:lvl1pPr>
          </a:lstStyle>
          <a:p>
            <a:pPr lvl="0"/>
            <a:r>
              <a:rPr lang="en-US" dirty="0"/>
              <a:t>Click to add name</a:t>
            </a:r>
          </a:p>
        </p:txBody>
      </p:sp>
      <p:sp>
        <p:nvSpPr>
          <p:cNvPr id="53" name="Text Placeholder 17">
            <a:extLst>
              <a:ext uri="{FF2B5EF4-FFF2-40B4-BE49-F238E27FC236}">
                <a16:creationId xmlns:a16="http://schemas.microsoft.com/office/drawing/2014/main" id="{40F2B787-B1D2-493C-ABA2-D6E69C4800D1}"/>
              </a:ext>
            </a:extLst>
          </p:cNvPr>
          <p:cNvSpPr>
            <a:spLocks noGrp="1"/>
          </p:cNvSpPr>
          <p:nvPr>
            <p:ph type="body" sz="quarter" idx="25" hasCustomPrompt="1"/>
          </p:nvPr>
        </p:nvSpPr>
        <p:spPr>
          <a:xfrm>
            <a:off x="4793628" y="2774990"/>
            <a:ext cx="2357652" cy="475147"/>
          </a:xfrm>
          <a:prstGeom prst="rect">
            <a:avLst/>
          </a:prstGeom>
        </p:spPr>
        <p:txBody>
          <a:bodyPr/>
          <a:lstStyle>
            <a:lvl1pPr marL="0" indent="0" algn="ctr">
              <a:buNone/>
              <a:defRPr sz="1200" b="0" i="0" cap="none" spc="200" baseline="0"/>
            </a:lvl1pPr>
          </a:lstStyle>
          <a:p>
            <a:pPr lvl="0"/>
            <a:r>
              <a:rPr lang="en-US" dirty="0"/>
              <a:t>Click to title</a:t>
            </a:r>
          </a:p>
        </p:txBody>
      </p:sp>
      <p:sp>
        <p:nvSpPr>
          <p:cNvPr id="54" name="Picture Placeholder 9">
            <a:extLst>
              <a:ext uri="{FF2B5EF4-FFF2-40B4-BE49-F238E27FC236}">
                <a16:creationId xmlns:a16="http://schemas.microsoft.com/office/drawing/2014/main" id="{7FCC4980-412C-49F7-BF30-8693DD9EAC03}"/>
              </a:ext>
            </a:extLst>
          </p:cNvPr>
          <p:cNvSpPr>
            <a:spLocks noGrp="1"/>
          </p:cNvSpPr>
          <p:nvPr>
            <p:ph type="pic" sz="quarter" idx="26" hasCustomPrompt="1"/>
          </p:nvPr>
        </p:nvSpPr>
        <p:spPr>
          <a:xfrm>
            <a:off x="7431774" y="677419"/>
            <a:ext cx="2357652" cy="1622425"/>
          </a:xfrm>
          <a:prstGeom prst="rect">
            <a:avLst/>
          </a:prstGeom>
        </p:spPr>
        <p:txBody>
          <a:bodyPr/>
          <a:lstStyle>
            <a:lvl1pPr marL="0" indent="0" algn="ctr">
              <a:buNone/>
              <a:defRPr/>
            </a:lvl1pPr>
          </a:lstStyle>
          <a:p>
            <a:r>
              <a:rPr lang="en-US" dirty="0"/>
              <a:t>Click to add photo</a:t>
            </a:r>
          </a:p>
        </p:txBody>
      </p:sp>
      <p:sp>
        <p:nvSpPr>
          <p:cNvPr id="55" name="Text Placeholder 17">
            <a:extLst>
              <a:ext uri="{FF2B5EF4-FFF2-40B4-BE49-F238E27FC236}">
                <a16:creationId xmlns:a16="http://schemas.microsoft.com/office/drawing/2014/main" id="{B9BD60DD-95CB-47D1-9C2F-5ACD38820662}"/>
              </a:ext>
            </a:extLst>
          </p:cNvPr>
          <p:cNvSpPr>
            <a:spLocks noGrp="1"/>
          </p:cNvSpPr>
          <p:nvPr>
            <p:ph type="body" sz="quarter" idx="27" hasCustomPrompt="1"/>
          </p:nvPr>
        </p:nvSpPr>
        <p:spPr>
          <a:xfrm>
            <a:off x="7431772" y="2299842"/>
            <a:ext cx="2357652" cy="475149"/>
          </a:xfrm>
          <a:prstGeom prst="rect">
            <a:avLst/>
          </a:prstGeom>
        </p:spPr>
        <p:txBody>
          <a:bodyPr anchor="b"/>
          <a:lstStyle>
            <a:lvl1pPr marL="0" indent="0" algn="ctr">
              <a:buNone/>
              <a:defRPr sz="1600" cap="all" spc="200" baseline="0">
                <a:solidFill>
                  <a:schemeClr val="accent4"/>
                </a:solidFill>
              </a:defRPr>
            </a:lvl1pPr>
          </a:lstStyle>
          <a:p>
            <a:pPr lvl="0"/>
            <a:r>
              <a:rPr lang="en-US" dirty="0"/>
              <a:t>Click to add name</a:t>
            </a:r>
          </a:p>
        </p:txBody>
      </p:sp>
      <p:sp>
        <p:nvSpPr>
          <p:cNvPr id="56" name="Text Placeholder 17">
            <a:extLst>
              <a:ext uri="{FF2B5EF4-FFF2-40B4-BE49-F238E27FC236}">
                <a16:creationId xmlns:a16="http://schemas.microsoft.com/office/drawing/2014/main" id="{19FF93B2-766D-4558-94BE-49F215C0FF7B}"/>
              </a:ext>
            </a:extLst>
          </p:cNvPr>
          <p:cNvSpPr>
            <a:spLocks noGrp="1"/>
          </p:cNvSpPr>
          <p:nvPr>
            <p:ph type="body" sz="quarter" idx="28" hasCustomPrompt="1"/>
          </p:nvPr>
        </p:nvSpPr>
        <p:spPr>
          <a:xfrm>
            <a:off x="7431772" y="2774990"/>
            <a:ext cx="2357652" cy="475147"/>
          </a:xfrm>
          <a:prstGeom prst="rect">
            <a:avLst/>
          </a:prstGeom>
        </p:spPr>
        <p:txBody>
          <a:bodyPr/>
          <a:lstStyle>
            <a:lvl1pPr marL="0" indent="0" algn="ctr">
              <a:buNone/>
              <a:defRPr sz="1200" b="0" i="0" cap="none" spc="200" baseline="0"/>
            </a:lvl1pPr>
          </a:lstStyle>
          <a:p>
            <a:pPr lvl="0"/>
            <a:r>
              <a:rPr lang="en-US" dirty="0"/>
              <a:t>Click to title</a:t>
            </a:r>
          </a:p>
        </p:txBody>
      </p:sp>
      <p:sp>
        <p:nvSpPr>
          <p:cNvPr id="57" name="Picture Placeholder 9">
            <a:extLst>
              <a:ext uri="{FF2B5EF4-FFF2-40B4-BE49-F238E27FC236}">
                <a16:creationId xmlns:a16="http://schemas.microsoft.com/office/drawing/2014/main" id="{F16F9FCC-4EE2-4D18-8257-694E9C80F547}"/>
              </a:ext>
            </a:extLst>
          </p:cNvPr>
          <p:cNvSpPr>
            <a:spLocks noGrp="1"/>
          </p:cNvSpPr>
          <p:nvPr>
            <p:ph type="pic" sz="quarter" idx="32" hasCustomPrompt="1"/>
          </p:nvPr>
        </p:nvSpPr>
        <p:spPr>
          <a:xfrm>
            <a:off x="4793630" y="3250138"/>
            <a:ext cx="2357652" cy="1622425"/>
          </a:xfrm>
          <a:prstGeom prst="rect">
            <a:avLst/>
          </a:prstGeom>
        </p:spPr>
        <p:txBody>
          <a:bodyPr/>
          <a:lstStyle>
            <a:lvl1pPr marL="0" indent="0" algn="ctr">
              <a:buNone/>
              <a:defRPr/>
            </a:lvl1pPr>
          </a:lstStyle>
          <a:p>
            <a:r>
              <a:rPr lang="en-US" dirty="0"/>
              <a:t>Click to add photo</a:t>
            </a:r>
          </a:p>
        </p:txBody>
      </p:sp>
      <p:sp>
        <p:nvSpPr>
          <p:cNvPr id="58" name="Text Placeholder 17">
            <a:extLst>
              <a:ext uri="{FF2B5EF4-FFF2-40B4-BE49-F238E27FC236}">
                <a16:creationId xmlns:a16="http://schemas.microsoft.com/office/drawing/2014/main" id="{F434B9BC-2EC7-4433-BAA8-039EB5BED5C0}"/>
              </a:ext>
            </a:extLst>
          </p:cNvPr>
          <p:cNvSpPr>
            <a:spLocks noGrp="1"/>
          </p:cNvSpPr>
          <p:nvPr>
            <p:ph type="body" sz="quarter" idx="33" hasCustomPrompt="1"/>
          </p:nvPr>
        </p:nvSpPr>
        <p:spPr>
          <a:xfrm>
            <a:off x="4793628" y="4872561"/>
            <a:ext cx="2357652" cy="475149"/>
          </a:xfrm>
          <a:prstGeom prst="rect">
            <a:avLst/>
          </a:prstGeom>
        </p:spPr>
        <p:txBody>
          <a:bodyPr anchor="b"/>
          <a:lstStyle>
            <a:lvl1pPr marL="0" indent="0" algn="ctr">
              <a:buNone/>
              <a:defRPr sz="1600" cap="all" spc="200" baseline="0">
                <a:solidFill>
                  <a:schemeClr val="accent4"/>
                </a:solidFill>
              </a:defRPr>
            </a:lvl1pPr>
          </a:lstStyle>
          <a:p>
            <a:pPr lvl="0"/>
            <a:r>
              <a:rPr lang="en-US" dirty="0"/>
              <a:t>Click to add name</a:t>
            </a:r>
          </a:p>
        </p:txBody>
      </p:sp>
      <p:sp>
        <p:nvSpPr>
          <p:cNvPr id="59" name="Text Placeholder 17">
            <a:extLst>
              <a:ext uri="{FF2B5EF4-FFF2-40B4-BE49-F238E27FC236}">
                <a16:creationId xmlns:a16="http://schemas.microsoft.com/office/drawing/2014/main" id="{6F08FB05-53FB-4C19-A35C-592C4DFDFF46}"/>
              </a:ext>
            </a:extLst>
          </p:cNvPr>
          <p:cNvSpPr>
            <a:spLocks noGrp="1"/>
          </p:cNvSpPr>
          <p:nvPr>
            <p:ph type="body" sz="quarter" idx="34" hasCustomPrompt="1"/>
          </p:nvPr>
        </p:nvSpPr>
        <p:spPr>
          <a:xfrm>
            <a:off x="4793628" y="5347709"/>
            <a:ext cx="2357652" cy="475147"/>
          </a:xfrm>
          <a:prstGeom prst="rect">
            <a:avLst/>
          </a:prstGeom>
        </p:spPr>
        <p:txBody>
          <a:bodyPr/>
          <a:lstStyle>
            <a:lvl1pPr marL="0" indent="0" algn="ctr">
              <a:lnSpc>
                <a:spcPct val="100000"/>
              </a:lnSpc>
              <a:spcBef>
                <a:spcPts val="0"/>
              </a:spcBef>
              <a:buNone/>
              <a:defRPr sz="1200" b="0" i="0" cap="none" spc="200" baseline="0"/>
            </a:lvl1pPr>
          </a:lstStyle>
          <a:p>
            <a:pPr lvl="0"/>
            <a:r>
              <a:rPr lang="en-US" dirty="0"/>
              <a:t>Click to title</a:t>
            </a:r>
          </a:p>
        </p:txBody>
      </p:sp>
      <p:sp>
        <p:nvSpPr>
          <p:cNvPr id="60" name="Picture Placeholder 9">
            <a:extLst>
              <a:ext uri="{FF2B5EF4-FFF2-40B4-BE49-F238E27FC236}">
                <a16:creationId xmlns:a16="http://schemas.microsoft.com/office/drawing/2014/main" id="{9589D7D2-07DF-415C-A139-E911869A1BCC}"/>
              </a:ext>
            </a:extLst>
          </p:cNvPr>
          <p:cNvSpPr>
            <a:spLocks noGrp="1"/>
          </p:cNvSpPr>
          <p:nvPr>
            <p:ph type="pic" sz="quarter" idx="35" hasCustomPrompt="1"/>
          </p:nvPr>
        </p:nvSpPr>
        <p:spPr>
          <a:xfrm>
            <a:off x="7431774" y="3250138"/>
            <a:ext cx="2357652" cy="1622425"/>
          </a:xfrm>
          <a:prstGeom prst="rect">
            <a:avLst/>
          </a:prstGeom>
        </p:spPr>
        <p:txBody>
          <a:bodyPr/>
          <a:lstStyle>
            <a:lvl1pPr marL="0" indent="0" algn="ctr">
              <a:buNone/>
              <a:defRPr/>
            </a:lvl1pPr>
          </a:lstStyle>
          <a:p>
            <a:r>
              <a:rPr lang="en-US" dirty="0"/>
              <a:t>Click to add photo</a:t>
            </a:r>
          </a:p>
        </p:txBody>
      </p:sp>
      <p:sp>
        <p:nvSpPr>
          <p:cNvPr id="61" name="Text Placeholder 17">
            <a:extLst>
              <a:ext uri="{FF2B5EF4-FFF2-40B4-BE49-F238E27FC236}">
                <a16:creationId xmlns:a16="http://schemas.microsoft.com/office/drawing/2014/main" id="{E622F2E3-2C07-4ABC-A803-40361BBB7386}"/>
              </a:ext>
            </a:extLst>
          </p:cNvPr>
          <p:cNvSpPr>
            <a:spLocks noGrp="1"/>
          </p:cNvSpPr>
          <p:nvPr>
            <p:ph type="body" sz="quarter" idx="36" hasCustomPrompt="1"/>
          </p:nvPr>
        </p:nvSpPr>
        <p:spPr>
          <a:xfrm>
            <a:off x="7431772" y="4872561"/>
            <a:ext cx="2357652" cy="475149"/>
          </a:xfrm>
          <a:prstGeom prst="rect">
            <a:avLst/>
          </a:prstGeom>
        </p:spPr>
        <p:txBody>
          <a:bodyPr anchor="b"/>
          <a:lstStyle>
            <a:lvl1pPr marL="0" indent="0" algn="ctr">
              <a:buNone/>
              <a:defRPr sz="1600" cap="all" spc="200" baseline="0">
                <a:solidFill>
                  <a:schemeClr val="accent4"/>
                </a:solidFill>
              </a:defRPr>
            </a:lvl1pPr>
          </a:lstStyle>
          <a:p>
            <a:pPr lvl="0"/>
            <a:r>
              <a:rPr lang="en-US" dirty="0"/>
              <a:t>Click to add name</a:t>
            </a:r>
          </a:p>
        </p:txBody>
      </p:sp>
      <p:sp>
        <p:nvSpPr>
          <p:cNvPr id="62" name="Text Placeholder 17">
            <a:extLst>
              <a:ext uri="{FF2B5EF4-FFF2-40B4-BE49-F238E27FC236}">
                <a16:creationId xmlns:a16="http://schemas.microsoft.com/office/drawing/2014/main" id="{B505FD93-2404-46B6-9EE0-9CABFC5233ED}"/>
              </a:ext>
            </a:extLst>
          </p:cNvPr>
          <p:cNvSpPr>
            <a:spLocks noGrp="1"/>
          </p:cNvSpPr>
          <p:nvPr>
            <p:ph type="body" sz="quarter" idx="37" hasCustomPrompt="1"/>
          </p:nvPr>
        </p:nvSpPr>
        <p:spPr>
          <a:xfrm>
            <a:off x="7431772" y="5347709"/>
            <a:ext cx="2357652" cy="475147"/>
          </a:xfrm>
          <a:prstGeom prst="rect">
            <a:avLst/>
          </a:prstGeom>
        </p:spPr>
        <p:txBody>
          <a:bodyPr/>
          <a:lstStyle>
            <a:lvl1pPr marL="0" indent="0" algn="ctr">
              <a:buNone/>
              <a:defRPr sz="1200" b="0" i="0" cap="none" spc="200" baseline="0"/>
            </a:lvl1pPr>
          </a:lstStyle>
          <a:p>
            <a:pPr lvl="0"/>
            <a:r>
              <a:rPr lang="en-US" dirty="0"/>
              <a:t>Click to title</a:t>
            </a:r>
          </a:p>
        </p:txBody>
      </p:sp>
      <p:sp>
        <p:nvSpPr>
          <p:cNvPr id="5" name="Date Placeholder 4">
            <a:extLst>
              <a:ext uri="{FF2B5EF4-FFF2-40B4-BE49-F238E27FC236}">
                <a16:creationId xmlns:a16="http://schemas.microsoft.com/office/drawing/2014/main" id="{5B91FF20-37AD-4448-896C-C37172D16263}"/>
              </a:ext>
            </a:extLst>
          </p:cNvPr>
          <p:cNvSpPr>
            <a:spLocks noGrp="1"/>
          </p:cNvSpPr>
          <p:nvPr>
            <p:ph type="dt" sz="half" idx="10"/>
          </p:nvPr>
        </p:nvSpPr>
        <p:spPr/>
        <p:txBody>
          <a:bodyPr/>
          <a:lstStyle/>
          <a:p>
            <a:fld id="{133CF79B-6A87-4DB7-B775-459991A2D55C}" type="datetime1">
              <a:rPr lang="fr-FR" smtClean="0"/>
              <a:t>15/07/2026</a:t>
            </a:fld>
            <a:endParaRPr lang="en-US" dirty="0"/>
          </a:p>
        </p:txBody>
      </p:sp>
      <p:sp>
        <p:nvSpPr>
          <p:cNvPr id="6" name="Footer Placeholder 5">
            <a:extLst>
              <a:ext uri="{FF2B5EF4-FFF2-40B4-BE49-F238E27FC236}">
                <a16:creationId xmlns:a16="http://schemas.microsoft.com/office/drawing/2014/main" id="{376AF771-F500-4564-96BB-2AC1F13F9D36}"/>
              </a:ext>
            </a:extLst>
          </p:cNvPr>
          <p:cNvSpPr>
            <a:spLocks noGrp="1"/>
          </p:cNvSpPr>
          <p:nvPr>
            <p:ph type="ftr" sz="quarter" idx="11"/>
          </p:nvPr>
        </p:nvSpPr>
        <p:spPr/>
        <p:txBody>
          <a:bodyPr/>
          <a:lstStyle/>
          <a:p>
            <a:r>
              <a:rPr lang="en-US"/>
              <a:t>CA22123 EU-MACE GP3 monthly CG update</a:t>
            </a:r>
            <a:endParaRPr lang="en-US" dirty="0"/>
          </a:p>
        </p:txBody>
      </p:sp>
      <p:sp>
        <p:nvSpPr>
          <p:cNvPr id="7" name="Slide Number Placeholder 6">
            <a:extLst>
              <a:ext uri="{FF2B5EF4-FFF2-40B4-BE49-F238E27FC236}">
                <a16:creationId xmlns:a16="http://schemas.microsoft.com/office/drawing/2014/main" id="{9254F218-0E34-408C-AB25-76184E9ACC54}"/>
              </a:ext>
            </a:extLst>
          </p:cNvPr>
          <p:cNvSpPr>
            <a:spLocks noGrp="1"/>
          </p:cNvSpPr>
          <p:nvPr>
            <p:ph type="sldNum" sz="quarter" idx="12"/>
          </p:nvPr>
        </p:nvSpPr>
        <p:spPr/>
        <p:txBody>
          <a:bodyPr/>
          <a:lstStyle/>
          <a:p>
            <a:fld id="{F91729D4-A164-47A3-830D-E792BCE699E4}" type="slidenum">
              <a:rPr lang="en-US" smtClean="0"/>
              <a:t>‹N°›</a:t>
            </a:fld>
            <a:endParaRPr lang="en-US" dirty="0"/>
          </a:p>
        </p:txBody>
      </p:sp>
    </p:spTree>
    <p:extLst>
      <p:ext uri="{BB962C8B-B14F-4D97-AF65-F5344CB8AC3E}">
        <p14:creationId xmlns:p14="http://schemas.microsoft.com/office/powerpoint/2010/main" val="7807533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_6">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886F38-E337-4504-BF25-D65176023E6B}"/>
              </a:ext>
              <a:ext uri="{C183D7F6-B498-43B3-948B-1728B52AA6E4}">
                <adec:decorative xmlns:adec="http://schemas.microsoft.com/office/drawing/2017/decorative" val="1"/>
              </a:ext>
            </a:extLst>
          </p:cNvPr>
          <p:cNvSpPr/>
          <p:nvPr userDrawn="1"/>
        </p:nvSpPr>
        <p:spPr>
          <a:xfrm>
            <a:off x="0" y="4274260"/>
            <a:ext cx="12192000" cy="2583739"/>
          </a:xfrm>
          <a:prstGeom prst="rect">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50116A5-69B8-43BF-B141-AC2A4B6CEB97}"/>
              </a:ext>
            </a:extLst>
          </p:cNvPr>
          <p:cNvSpPr>
            <a:spLocks noGrp="1"/>
          </p:cNvSpPr>
          <p:nvPr>
            <p:ph type="title" hasCustomPrompt="1"/>
          </p:nvPr>
        </p:nvSpPr>
        <p:spPr>
          <a:xfrm>
            <a:off x="336217" y="1207697"/>
            <a:ext cx="2970156" cy="1622912"/>
          </a:xfrm>
          <a:prstGeom prst="rect">
            <a:avLst/>
          </a:prstGeom>
        </p:spPr>
        <p:txBody>
          <a:bodyPr anchor="b"/>
          <a:lstStyle>
            <a:lvl1pPr algn="ctr">
              <a:defRPr sz="3200" cap="all" spc="200" baseline="0">
                <a:solidFill>
                  <a:schemeClr val="accent4"/>
                </a:solidFill>
              </a:defRPr>
            </a:lvl1pPr>
          </a:lstStyle>
          <a:p>
            <a:r>
              <a:rPr lang="en-US" dirty="0"/>
              <a:t>Click to add title</a:t>
            </a:r>
          </a:p>
        </p:txBody>
      </p:sp>
      <p:sp>
        <p:nvSpPr>
          <p:cNvPr id="10" name="Picture Placeholder 9">
            <a:extLst>
              <a:ext uri="{FF2B5EF4-FFF2-40B4-BE49-F238E27FC236}">
                <a16:creationId xmlns:a16="http://schemas.microsoft.com/office/drawing/2014/main" id="{6D283EBF-8FBA-4A7A-9DCE-23E0BF7F6AAC}"/>
              </a:ext>
            </a:extLst>
          </p:cNvPr>
          <p:cNvSpPr>
            <a:spLocks noGrp="1"/>
          </p:cNvSpPr>
          <p:nvPr>
            <p:ph type="pic" sz="quarter" idx="15" hasCustomPrompt="1"/>
          </p:nvPr>
        </p:nvSpPr>
        <p:spPr>
          <a:xfrm>
            <a:off x="3780553" y="1153717"/>
            <a:ext cx="1412050" cy="1147276"/>
          </a:xfrm>
          <a:prstGeom prst="rect">
            <a:avLst/>
          </a:prstGeom>
        </p:spPr>
        <p:txBody>
          <a:bodyPr/>
          <a:lstStyle>
            <a:lvl1pPr marL="0" indent="0" algn="ctr">
              <a:buNone/>
              <a:defRPr/>
            </a:lvl1pPr>
          </a:lstStyle>
          <a:p>
            <a:r>
              <a:rPr lang="en-US" dirty="0"/>
              <a:t>Click to add photo</a:t>
            </a:r>
          </a:p>
        </p:txBody>
      </p:sp>
      <p:sp>
        <p:nvSpPr>
          <p:cNvPr id="18" name="Text Placeholder 17">
            <a:extLst>
              <a:ext uri="{FF2B5EF4-FFF2-40B4-BE49-F238E27FC236}">
                <a16:creationId xmlns:a16="http://schemas.microsoft.com/office/drawing/2014/main" id="{48D76D02-A6E3-446F-B85B-CAD9ED06415D}"/>
              </a:ext>
            </a:extLst>
          </p:cNvPr>
          <p:cNvSpPr>
            <a:spLocks noGrp="1"/>
          </p:cNvSpPr>
          <p:nvPr>
            <p:ph type="body" sz="quarter" idx="21" hasCustomPrompt="1"/>
          </p:nvPr>
        </p:nvSpPr>
        <p:spPr>
          <a:xfrm>
            <a:off x="3451733" y="2299842"/>
            <a:ext cx="2069690" cy="475149"/>
          </a:xfrm>
          <a:prstGeom prst="rect">
            <a:avLst/>
          </a:prstGeom>
        </p:spPr>
        <p:txBody>
          <a:bodyPr anchor="b"/>
          <a:lstStyle>
            <a:lvl1pPr marL="0" indent="0" algn="ctr">
              <a:buNone/>
              <a:defRPr sz="1400" cap="all" spc="200" baseline="0">
                <a:solidFill>
                  <a:schemeClr val="accent4"/>
                </a:solidFill>
              </a:defRPr>
            </a:lvl1pPr>
          </a:lstStyle>
          <a:p>
            <a:pPr lvl="0"/>
            <a:r>
              <a:rPr lang="en-US" dirty="0"/>
              <a:t>Click to add name</a:t>
            </a:r>
          </a:p>
        </p:txBody>
      </p:sp>
      <p:sp>
        <p:nvSpPr>
          <p:cNvPr id="19" name="Text Placeholder 17">
            <a:extLst>
              <a:ext uri="{FF2B5EF4-FFF2-40B4-BE49-F238E27FC236}">
                <a16:creationId xmlns:a16="http://schemas.microsoft.com/office/drawing/2014/main" id="{90954B1A-CAD7-4645-A1B3-1A5EFD54C975}"/>
              </a:ext>
            </a:extLst>
          </p:cNvPr>
          <p:cNvSpPr>
            <a:spLocks noGrp="1"/>
          </p:cNvSpPr>
          <p:nvPr>
            <p:ph type="body" sz="quarter" idx="22" hasCustomPrompt="1"/>
          </p:nvPr>
        </p:nvSpPr>
        <p:spPr>
          <a:xfrm>
            <a:off x="3451733" y="2774991"/>
            <a:ext cx="2069690" cy="672127"/>
          </a:xfrm>
          <a:prstGeom prst="rect">
            <a:avLst/>
          </a:prstGeom>
        </p:spPr>
        <p:txBody>
          <a:bodyPr/>
          <a:lstStyle>
            <a:lvl1pPr marL="0" indent="0" algn="ctr">
              <a:lnSpc>
                <a:spcPct val="100000"/>
              </a:lnSpc>
              <a:buNone/>
              <a:defRPr sz="1100" b="0" i="0" cap="none" spc="200" baseline="0"/>
            </a:lvl1pPr>
          </a:lstStyle>
          <a:p>
            <a:pPr lvl="0"/>
            <a:r>
              <a:rPr lang="en-US" dirty="0"/>
              <a:t>Click to add title</a:t>
            </a:r>
          </a:p>
        </p:txBody>
      </p:sp>
      <p:sp>
        <p:nvSpPr>
          <p:cNvPr id="28" name="Picture Placeholder 9">
            <a:extLst>
              <a:ext uri="{FF2B5EF4-FFF2-40B4-BE49-F238E27FC236}">
                <a16:creationId xmlns:a16="http://schemas.microsoft.com/office/drawing/2014/main" id="{D517EAC0-89E0-4247-B048-92F65C868A7E}"/>
              </a:ext>
            </a:extLst>
          </p:cNvPr>
          <p:cNvSpPr>
            <a:spLocks noGrp="1"/>
          </p:cNvSpPr>
          <p:nvPr>
            <p:ph type="pic" sz="quarter" idx="38" hasCustomPrompt="1"/>
          </p:nvPr>
        </p:nvSpPr>
        <p:spPr>
          <a:xfrm>
            <a:off x="5891925" y="1153717"/>
            <a:ext cx="1412050" cy="1147276"/>
          </a:xfrm>
          <a:prstGeom prst="rect">
            <a:avLst/>
          </a:prstGeom>
        </p:spPr>
        <p:txBody>
          <a:bodyPr/>
          <a:lstStyle>
            <a:lvl1pPr marL="0" indent="0" algn="ctr">
              <a:buNone/>
              <a:defRPr/>
            </a:lvl1pPr>
          </a:lstStyle>
          <a:p>
            <a:r>
              <a:rPr lang="en-US" dirty="0"/>
              <a:t>Click to add photo</a:t>
            </a:r>
          </a:p>
        </p:txBody>
      </p:sp>
      <p:sp>
        <p:nvSpPr>
          <p:cNvPr id="11" name="Text Placeholder 17">
            <a:extLst>
              <a:ext uri="{FF2B5EF4-FFF2-40B4-BE49-F238E27FC236}">
                <a16:creationId xmlns:a16="http://schemas.microsoft.com/office/drawing/2014/main" id="{7F5710E0-5399-4C8A-9D92-390195CB6F27}"/>
              </a:ext>
            </a:extLst>
          </p:cNvPr>
          <p:cNvSpPr>
            <a:spLocks noGrp="1"/>
          </p:cNvSpPr>
          <p:nvPr>
            <p:ph type="body" sz="quarter" idx="24" hasCustomPrompt="1"/>
          </p:nvPr>
        </p:nvSpPr>
        <p:spPr>
          <a:xfrm>
            <a:off x="5563105" y="2299842"/>
            <a:ext cx="2069690" cy="475149"/>
          </a:xfrm>
          <a:prstGeom prst="rect">
            <a:avLst/>
          </a:prstGeom>
        </p:spPr>
        <p:txBody>
          <a:bodyPr anchor="b"/>
          <a:lstStyle>
            <a:lvl1pPr marL="0" indent="0" algn="ctr">
              <a:buNone/>
              <a:defRPr sz="1400" cap="all" spc="200" baseline="0">
                <a:solidFill>
                  <a:schemeClr val="accent4"/>
                </a:solidFill>
              </a:defRPr>
            </a:lvl1pPr>
          </a:lstStyle>
          <a:p>
            <a:pPr lvl="0"/>
            <a:r>
              <a:rPr lang="en-US" dirty="0"/>
              <a:t>Click to add name</a:t>
            </a:r>
          </a:p>
        </p:txBody>
      </p:sp>
      <p:sp>
        <p:nvSpPr>
          <p:cNvPr id="12" name="Text Placeholder 17">
            <a:extLst>
              <a:ext uri="{FF2B5EF4-FFF2-40B4-BE49-F238E27FC236}">
                <a16:creationId xmlns:a16="http://schemas.microsoft.com/office/drawing/2014/main" id="{019883F1-27DD-46A1-AD71-3AE14256007E}"/>
              </a:ext>
            </a:extLst>
          </p:cNvPr>
          <p:cNvSpPr>
            <a:spLocks noGrp="1"/>
          </p:cNvSpPr>
          <p:nvPr>
            <p:ph type="body" sz="quarter" idx="25" hasCustomPrompt="1"/>
          </p:nvPr>
        </p:nvSpPr>
        <p:spPr>
          <a:xfrm>
            <a:off x="5563105" y="2774991"/>
            <a:ext cx="2069690" cy="672127"/>
          </a:xfrm>
          <a:prstGeom prst="rect">
            <a:avLst/>
          </a:prstGeom>
        </p:spPr>
        <p:txBody>
          <a:bodyPr/>
          <a:lstStyle>
            <a:lvl1pPr marL="0" indent="0" algn="ctr">
              <a:lnSpc>
                <a:spcPct val="100000"/>
              </a:lnSpc>
              <a:buNone/>
              <a:defRPr sz="1100" b="0" i="0" cap="none" spc="200" baseline="0"/>
            </a:lvl1pPr>
          </a:lstStyle>
          <a:p>
            <a:pPr lvl="0"/>
            <a:r>
              <a:rPr lang="en-US" dirty="0"/>
              <a:t>Click to add title</a:t>
            </a:r>
          </a:p>
        </p:txBody>
      </p:sp>
      <p:sp>
        <p:nvSpPr>
          <p:cNvPr id="29" name="Picture Placeholder 9">
            <a:extLst>
              <a:ext uri="{FF2B5EF4-FFF2-40B4-BE49-F238E27FC236}">
                <a16:creationId xmlns:a16="http://schemas.microsoft.com/office/drawing/2014/main" id="{7847BEB8-AC95-445E-AFB4-34B7658BB992}"/>
              </a:ext>
            </a:extLst>
          </p:cNvPr>
          <p:cNvSpPr>
            <a:spLocks noGrp="1"/>
          </p:cNvSpPr>
          <p:nvPr>
            <p:ph type="pic" sz="quarter" idx="39" hasCustomPrompt="1"/>
          </p:nvPr>
        </p:nvSpPr>
        <p:spPr>
          <a:xfrm>
            <a:off x="8003297" y="1153717"/>
            <a:ext cx="1412049" cy="1147276"/>
          </a:xfrm>
          <a:prstGeom prst="rect">
            <a:avLst/>
          </a:prstGeom>
        </p:spPr>
        <p:txBody>
          <a:bodyPr/>
          <a:lstStyle>
            <a:lvl1pPr marL="0" indent="0" algn="ctr">
              <a:buNone/>
              <a:defRPr/>
            </a:lvl1pPr>
          </a:lstStyle>
          <a:p>
            <a:r>
              <a:rPr lang="en-US" dirty="0"/>
              <a:t>Click to add photo</a:t>
            </a:r>
          </a:p>
        </p:txBody>
      </p:sp>
      <p:sp>
        <p:nvSpPr>
          <p:cNvPr id="14" name="Text Placeholder 17">
            <a:extLst>
              <a:ext uri="{FF2B5EF4-FFF2-40B4-BE49-F238E27FC236}">
                <a16:creationId xmlns:a16="http://schemas.microsoft.com/office/drawing/2014/main" id="{82B5CAB5-1932-4DC0-BBBD-8ABA7C5D5DED}"/>
              </a:ext>
            </a:extLst>
          </p:cNvPr>
          <p:cNvSpPr>
            <a:spLocks noGrp="1"/>
          </p:cNvSpPr>
          <p:nvPr>
            <p:ph type="body" sz="quarter" idx="27" hasCustomPrompt="1"/>
          </p:nvPr>
        </p:nvSpPr>
        <p:spPr>
          <a:xfrm>
            <a:off x="7674476" y="2299842"/>
            <a:ext cx="2069690" cy="475149"/>
          </a:xfrm>
          <a:prstGeom prst="rect">
            <a:avLst/>
          </a:prstGeom>
        </p:spPr>
        <p:txBody>
          <a:bodyPr anchor="b"/>
          <a:lstStyle>
            <a:lvl1pPr marL="0" indent="0" algn="ctr">
              <a:buNone/>
              <a:defRPr sz="1400" cap="all" spc="200" baseline="0">
                <a:solidFill>
                  <a:schemeClr val="accent4"/>
                </a:solidFill>
              </a:defRPr>
            </a:lvl1pPr>
          </a:lstStyle>
          <a:p>
            <a:pPr lvl="0"/>
            <a:r>
              <a:rPr lang="en-US" dirty="0"/>
              <a:t>Click to add name</a:t>
            </a:r>
          </a:p>
        </p:txBody>
      </p:sp>
      <p:sp>
        <p:nvSpPr>
          <p:cNvPr id="15" name="Text Placeholder 17">
            <a:extLst>
              <a:ext uri="{FF2B5EF4-FFF2-40B4-BE49-F238E27FC236}">
                <a16:creationId xmlns:a16="http://schemas.microsoft.com/office/drawing/2014/main" id="{E248F87C-2911-41CB-A4BD-6ECD4E13B8C6}"/>
              </a:ext>
            </a:extLst>
          </p:cNvPr>
          <p:cNvSpPr>
            <a:spLocks noGrp="1"/>
          </p:cNvSpPr>
          <p:nvPr>
            <p:ph type="body" sz="quarter" idx="28" hasCustomPrompt="1"/>
          </p:nvPr>
        </p:nvSpPr>
        <p:spPr>
          <a:xfrm>
            <a:off x="7674476" y="2774991"/>
            <a:ext cx="2069690" cy="672127"/>
          </a:xfrm>
          <a:prstGeom prst="rect">
            <a:avLst/>
          </a:prstGeom>
        </p:spPr>
        <p:txBody>
          <a:bodyPr/>
          <a:lstStyle>
            <a:lvl1pPr marL="0" indent="0" algn="ctr">
              <a:lnSpc>
                <a:spcPct val="100000"/>
              </a:lnSpc>
              <a:buNone/>
              <a:defRPr sz="1100" b="0" i="0" cap="none" spc="200" baseline="0"/>
            </a:lvl1pPr>
          </a:lstStyle>
          <a:p>
            <a:pPr lvl="0"/>
            <a:r>
              <a:rPr lang="en-US" dirty="0"/>
              <a:t>Click to add title</a:t>
            </a:r>
          </a:p>
        </p:txBody>
      </p:sp>
      <p:sp>
        <p:nvSpPr>
          <p:cNvPr id="37" name="Picture Placeholder 9">
            <a:extLst>
              <a:ext uri="{FF2B5EF4-FFF2-40B4-BE49-F238E27FC236}">
                <a16:creationId xmlns:a16="http://schemas.microsoft.com/office/drawing/2014/main" id="{7B6B3681-1E21-44DA-AADA-F5E638A87423}"/>
              </a:ext>
            </a:extLst>
          </p:cNvPr>
          <p:cNvSpPr>
            <a:spLocks noGrp="1"/>
          </p:cNvSpPr>
          <p:nvPr>
            <p:ph type="pic" sz="quarter" idx="47" hasCustomPrompt="1"/>
          </p:nvPr>
        </p:nvSpPr>
        <p:spPr>
          <a:xfrm>
            <a:off x="10114667" y="1153717"/>
            <a:ext cx="1412049" cy="1147276"/>
          </a:xfrm>
          <a:prstGeom prst="rect">
            <a:avLst/>
          </a:prstGeom>
        </p:spPr>
        <p:txBody>
          <a:bodyPr/>
          <a:lstStyle>
            <a:lvl1pPr marL="0" indent="0" algn="ctr">
              <a:buNone/>
              <a:defRPr/>
            </a:lvl1pPr>
          </a:lstStyle>
          <a:p>
            <a:r>
              <a:rPr lang="en-US" dirty="0"/>
              <a:t>Click to add photo</a:t>
            </a:r>
          </a:p>
        </p:txBody>
      </p:sp>
      <p:sp>
        <p:nvSpPr>
          <p:cNvPr id="33" name="Text Placeholder 17">
            <a:extLst>
              <a:ext uri="{FF2B5EF4-FFF2-40B4-BE49-F238E27FC236}">
                <a16:creationId xmlns:a16="http://schemas.microsoft.com/office/drawing/2014/main" id="{2D88AD4B-15C6-42C2-B9A5-BD645DA67D7E}"/>
              </a:ext>
            </a:extLst>
          </p:cNvPr>
          <p:cNvSpPr>
            <a:spLocks noGrp="1"/>
          </p:cNvSpPr>
          <p:nvPr>
            <p:ph type="body" sz="quarter" idx="43" hasCustomPrompt="1"/>
          </p:nvPr>
        </p:nvSpPr>
        <p:spPr>
          <a:xfrm>
            <a:off x="9785846" y="2299842"/>
            <a:ext cx="2069690" cy="475149"/>
          </a:xfrm>
          <a:prstGeom prst="rect">
            <a:avLst/>
          </a:prstGeom>
        </p:spPr>
        <p:txBody>
          <a:bodyPr anchor="b"/>
          <a:lstStyle>
            <a:lvl1pPr marL="0" indent="0" algn="ctr">
              <a:buNone/>
              <a:defRPr sz="1400" cap="all" spc="200" baseline="0">
                <a:solidFill>
                  <a:schemeClr val="accent4"/>
                </a:solidFill>
              </a:defRPr>
            </a:lvl1pPr>
          </a:lstStyle>
          <a:p>
            <a:pPr lvl="0"/>
            <a:r>
              <a:rPr lang="en-US" dirty="0"/>
              <a:t>Click to add name</a:t>
            </a:r>
          </a:p>
        </p:txBody>
      </p:sp>
      <p:sp>
        <p:nvSpPr>
          <p:cNvPr id="34" name="Text Placeholder 17">
            <a:extLst>
              <a:ext uri="{FF2B5EF4-FFF2-40B4-BE49-F238E27FC236}">
                <a16:creationId xmlns:a16="http://schemas.microsoft.com/office/drawing/2014/main" id="{D79E337C-DD94-4BC6-9F28-69AC04CD2B3E}"/>
              </a:ext>
            </a:extLst>
          </p:cNvPr>
          <p:cNvSpPr>
            <a:spLocks noGrp="1"/>
          </p:cNvSpPr>
          <p:nvPr>
            <p:ph type="body" sz="quarter" idx="44" hasCustomPrompt="1"/>
          </p:nvPr>
        </p:nvSpPr>
        <p:spPr>
          <a:xfrm>
            <a:off x="9785846" y="2774991"/>
            <a:ext cx="2069690" cy="672127"/>
          </a:xfrm>
          <a:prstGeom prst="rect">
            <a:avLst/>
          </a:prstGeom>
        </p:spPr>
        <p:txBody>
          <a:bodyPr/>
          <a:lstStyle>
            <a:lvl1pPr marL="0" indent="0" algn="ctr">
              <a:lnSpc>
                <a:spcPct val="100000"/>
              </a:lnSpc>
              <a:buNone/>
              <a:defRPr sz="1100" b="0" i="0" cap="none" spc="200" baseline="0"/>
            </a:lvl1pPr>
          </a:lstStyle>
          <a:p>
            <a:pPr lvl="0"/>
            <a:r>
              <a:rPr lang="en-US" dirty="0"/>
              <a:t>Click to add title</a:t>
            </a:r>
          </a:p>
        </p:txBody>
      </p:sp>
      <p:sp>
        <p:nvSpPr>
          <p:cNvPr id="30" name="Picture Placeholder 9">
            <a:extLst>
              <a:ext uri="{FF2B5EF4-FFF2-40B4-BE49-F238E27FC236}">
                <a16:creationId xmlns:a16="http://schemas.microsoft.com/office/drawing/2014/main" id="{B50A84FF-F66B-4AB8-837C-E3025F19E9C0}"/>
              </a:ext>
            </a:extLst>
          </p:cNvPr>
          <p:cNvSpPr>
            <a:spLocks noGrp="1"/>
          </p:cNvSpPr>
          <p:nvPr>
            <p:ph type="pic" sz="quarter" idx="40" hasCustomPrompt="1"/>
          </p:nvPr>
        </p:nvSpPr>
        <p:spPr>
          <a:xfrm>
            <a:off x="3780553" y="3614936"/>
            <a:ext cx="1412050" cy="1147276"/>
          </a:xfrm>
          <a:prstGeom prst="rect">
            <a:avLst/>
          </a:prstGeom>
        </p:spPr>
        <p:txBody>
          <a:bodyPr/>
          <a:lstStyle>
            <a:lvl1pPr marL="0" indent="0" algn="ctr">
              <a:buNone/>
              <a:defRPr/>
            </a:lvl1pPr>
          </a:lstStyle>
          <a:p>
            <a:r>
              <a:rPr lang="en-US" dirty="0"/>
              <a:t>Click to add photo</a:t>
            </a:r>
          </a:p>
        </p:txBody>
      </p:sp>
      <p:sp>
        <p:nvSpPr>
          <p:cNvPr id="17" name="Text Placeholder 17">
            <a:extLst>
              <a:ext uri="{FF2B5EF4-FFF2-40B4-BE49-F238E27FC236}">
                <a16:creationId xmlns:a16="http://schemas.microsoft.com/office/drawing/2014/main" id="{540D9937-87C5-40B3-86E6-F1CBFCA40CA0}"/>
              </a:ext>
            </a:extLst>
          </p:cNvPr>
          <p:cNvSpPr>
            <a:spLocks noGrp="1"/>
          </p:cNvSpPr>
          <p:nvPr>
            <p:ph type="body" sz="quarter" idx="30" hasCustomPrompt="1"/>
          </p:nvPr>
        </p:nvSpPr>
        <p:spPr>
          <a:xfrm>
            <a:off x="3451733" y="4767397"/>
            <a:ext cx="2069691" cy="476403"/>
          </a:xfrm>
          <a:prstGeom prst="rect">
            <a:avLst/>
          </a:prstGeom>
        </p:spPr>
        <p:txBody>
          <a:bodyPr anchor="b"/>
          <a:lstStyle>
            <a:lvl1pPr marL="0" indent="0" algn="ctr">
              <a:buNone/>
              <a:defRPr sz="1400" cap="all" spc="200" baseline="0">
                <a:solidFill>
                  <a:schemeClr val="accent4"/>
                </a:solidFill>
              </a:defRPr>
            </a:lvl1pPr>
          </a:lstStyle>
          <a:p>
            <a:pPr lvl="0"/>
            <a:r>
              <a:rPr lang="en-US" dirty="0"/>
              <a:t>Click to add name</a:t>
            </a:r>
          </a:p>
        </p:txBody>
      </p:sp>
      <p:sp>
        <p:nvSpPr>
          <p:cNvPr id="20" name="Text Placeholder 17">
            <a:extLst>
              <a:ext uri="{FF2B5EF4-FFF2-40B4-BE49-F238E27FC236}">
                <a16:creationId xmlns:a16="http://schemas.microsoft.com/office/drawing/2014/main" id="{C81570DE-3568-4F16-9DF8-269B29DDE60E}"/>
              </a:ext>
            </a:extLst>
          </p:cNvPr>
          <p:cNvSpPr>
            <a:spLocks noGrp="1"/>
          </p:cNvSpPr>
          <p:nvPr>
            <p:ph type="body" sz="quarter" idx="31" hasCustomPrompt="1"/>
          </p:nvPr>
        </p:nvSpPr>
        <p:spPr>
          <a:xfrm>
            <a:off x="3451733" y="5242840"/>
            <a:ext cx="2069691" cy="697196"/>
          </a:xfrm>
          <a:prstGeom prst="rect">
            <a:avLst/>
          </a:prstGeom>
        </p:spPr>
        <p:txBody>
          <a:bodyPr/>
          <a:lstStyle>
            <a:lvl1pPr marL="0" indent="0" algn="ctr">
              <a:lnSpc>
                <a:spcPct val="100000"/>
              </a:lnSpc>
              <a:buNone/>
              <a:defRPr sz="1100" b="0" i="0" cap="none" spc="200" baseline="0"/>
            </a:lvl1pPr>
          </a:lstStyle>
          <a:p>
            <a:pPr lvl="0"/>
            <a:r>
              <a:rPr lang="en-US" dirty="0"/>
              <a:t>Click to add title</a:t>
            </a:r>
          </a:p>
        </p:txBody>
      </p:sp>
      <p:sp>
        <p:nvSpPr>
          <p:cNvPr id="31" name="Picture Placeholder 9">
            <a:extLst>
              <a:ext uri="{FF2B5EF4-FFF2-40B4-BE49-F238E27FC236}">
                <a16:creationId xmlns:a16="http://schemas.microsoft.com/office/drawing/2014/main" id="{41C26642-ECFF-4F11-B242-BBBA5D672DA0}"/>
              </a:ext>
            </a:extLst>
          </p:cNvPr>
          <p:cNvSpPr>
            <a:spLocks noGrp="1"/>
          </p:cNvSpPr>
          <p:nvPr>
            <p:ph type="pic" sz="quarter" idx="41" hasCustomPrompt="1"/>
          </p:nvPr>
        </p:nvSpPr>
        <p:spPr>
          <a:xfrm>
            <a:off x="5891925" y="3614936"/>
            <a:ext cx="1412050" cy="1147276"/>
          </a:xfrm>
          <a:prstGeom prst="rect">
            <a:avLst/>
          </a:prstGeom>
        </p:spPr>
        <p:txBody>
          <a:bodyPr/>
          <a:lstStyle>
            <a:lvl1pPr marL="0" indent="0" algn="ctr">
              <a:buNone/>
              <a:defRPr/>
            </a:lvl1pPr>
          </a:lstStyle>
          <a:p>
            <a:r>
              <a:rPr lang="en-US" dirty="0"/>
              <a:t>Click to add photo</a:t>
            </a:r>
          </a:p>
        </p:txBody>
      </p:sp>
      <p:sp>
        <p:nvSpPr>
          <p:cNvPr id="22" name="Text Placeholder 17">
            <a:extLst>
              <a:ext uri="{FF2B5EF4-FFF2-40B4-BE49-F238E27FC236}">
                <a16:creationId xmlns:a16="http://schemas.microsoft.com/office/drawing/2014/main" id="{5E4E35F3-EC7A-489D-985F-0CA9F0402B0D}"/>
              </a:ext>
            </a:extLst>
          </p:cNvPr>
          <p:cNvSpPr>
            <a:spLocks noGrp="1"/>
          </p:cNvSpPr>
          <p:nvPr>
            <p:ph type="body" sz="quarter" idx="33" hasCustomPrompt="1"/>
          </p:nvPr>
        </p:nvSpPr>
        <p:spPr>
          <a:xfrm>
            <a:off x="5563105" y="4768651"/>
            <a:ext cx="2069691" cy="475149"/>
          </a:xfrm>
          <a:prstGeom prst="rect">
            <a:avLst/>
          </a:prstGeom>
        </p:spPr>
        <p:txBody>
          <a:bodyPr anchor="b"/>
          <a:lstStyle>
            <a:lvl1pPr marL="0" indent="0" algn="ctr">
              <a:buNone/>
              <a:defRPr sz="1400" cap="all" spc="200" baseline="0">
                <a:solidFill>
                  <a:schemeClr val="accent4"/>
                </a:solidFill>
              </a:defRPr>
            </a:lvl1pPr>
          </a:lstStyle>
          <a:p>
            <a:pPr lvl="0"/>
            <a:r>
              <a:rPr lang="en-US" dirty="0"/>
              <a:t>Click to add name</a:t>
            </a:r>
          </a:p>
        </p:txBody>
      </p:sp>
      <p:sp>
        <p:nvSpPr>
          <p:cNvPr id="23" name="Text Placeholder 17">
            <a:extLst>
              <a:ext uri="{FF2B5EF4-FFF2-40B4-BE49-F238E27FC236}">
                <a16:creationId xmlns:a16="http://schemas.microsoft.com/office/drawing/2014/main" id="{55AFBE6C-8E28-48EC-8798-5E463B8E47ED}"/>
              </a:ext>
            </a:extLst>
          </p:cNvPr>
          <p:cNvSpPr>
            <a:spLocks noGrp="1"/>
          </p:cNvSpPr>
          <p:nvPr>
            <p:ph type="body" sz="quarter" idx="34" hasCustomPrompt="1"/>
          </p:nvPr>
        </p:nvSpPr>
        <p:spPr>
          <a:xfrm>
            <a:off x="5563105" y="5243800"/>
            <a:ext cx="2069691" cy="695361"/>
          </a:xfrm>
          <a:prstGeom prst="rect">
            <a:avLst/>
          </a:prstGeom>
        </p:spPr>
        <p:txBody>
          <a:bodyPr/>
          <a:lstStyle>
            <a:lvl1pPr marL="0" indent="0" algn="ctr">
              <a:lnSpc>
                <a:spcPct val="100000"/>
              </a:lnSpc>
              <a:buNone/>
              <a:defRPr sz="1100" b="0" i="0" cap="none" spc="200" baseline="0"/>
            </a:lvl1pPr>
          </a:lstStyle>
          <a:p>
            <a:pPr lvl="0"/>
            <a:r>
              <a:rPr lang="en-US" dirty="0"/>
              <a:t>Click to add title</a:t>
            </a:r>
          </a:p>
        </p:txBody>
      </p:sp>
      <p:sp>
        <p:nvSpPr>
          <p:cNvPr id="32" name="Picture Placeholder 9">
            <a:extLst>
              <a:ext uri="{FF2B5EF4-FFF2-40B4-BE49-F238E27FC236}">
                <a16:creationId xmlns:a16="http://schemas.microsoft.com/office/drawing/2014/main" id="{BCC40003-8966-4A03-9C79-EB95966FFE0C}"/>
              </a:ext>
            </a:extLst>
          </p:cNvPr>
          <p:cNvSpPr>
            <a:spLocks noGrp="1"/>
          </p:cNvSpPr>
          <p:nvPr>
            <p:ph type="pic" sz="quarter" idx="42" hasCustomPrompt="1"/>
          </p:nvPr>
        </p:nvSpPr>
        <p:spPr>
          <a:xfrm>
            <a:off x="8003297" y="3614936"/>
            <a:ext cx="1412049" cy="1147276"/>
          </a:xfrm>
          <a:prstGeom prst="rect">
            <a:avLst/>
          </a:prstGeom>
        </p:spPr>
        <p:txBody>
          <a:bodyPr/>
          <a:lstStyle>
            <a:lvl1pPr marL="0" indent="0" algn="ctr">
              <a:buNone/>
              <a:defRPr/>
            </a:lvl1pPr>
          </a:lstStyle>
          <a:p>
            <a:r>
              <a:rPr lang="en-US" dirty="0"/>
              <a:t>Click to add photo</a:t>
            </a:r>
          </a:p>
        </p:txBody>
      </p:sp>
      <p:sp>
        <p:nvSpPr>
          <p:cNvPr id="25" name="Text Placeholder 17">
            <a:extLst>
              <a:ext uri="{FF2B5EF4-FFF2-40B4-BE49-F238E27FC236}">
                <a16:creationId xmlns:a16="http://schemas.microsoft.com/office/drawing/2014/main" id="{023FE51B-CC62-42E7-BCF7-123DB0B9244A}"/>
              </a:ext>
            </a:extLst>
          </p:cNvPr>
          <p:cNvSpPr>
            <a:spLocks noGrp="1"/>
          </p:cNvSpPr>
          <p:nvPr>
            <p:ph type="body" sz="quarter" idx="36" hasCustomPrompt="1"/>
          </p:nvPr>
        </p:nvSpPr>
        <p:spPr>
          <a:xfrm>
            <a:off x="7674476" y="4768651"/>
            <a:ext cx="2069690" cy="475149"/>
          </a:xfrm>
          <a:prstGeom prst="rect">
            <a:avLst/>
          </a:prstGeom>
        </p:spPr>
        <p:txBody>
          <a:bodyPr anchor="b"/>
          <a:lstStyle>
            <a:lvl1pPr marL="0" indent="0" algn="ctr">
              <a:buNone/>
              <a:defRPr sz="1400" cap="all" spc="200" baseline="0">
                <a:solidFill>
                  <a:schemeClr val="accent4"/>
                </a:solidFill>
              </a:defRPr>
            </a:lvl1pPr>
          </a:lstStyle>
          <a:p>
            <a:pPr lvl="0"/>
            <a:r>
              <a:rPr lang="en-US" dirty="0"/>
              <a:t>Click to add name</a:t>
            </a:r>
          </a:p>
        </p:txBody>
      </p:sp>
      <p:sp>
        <p:nvSpPr>
          <p:cNvPr id="26" name="Text Placeholder 17">
            <a:extLst>
              <a:ext uri="{FF2B5EF4-FFF2-40B4-BE49-F238E27FC236}">
                <a16:creationId xmlns:a16="http://schemas.microsoft.com/office/drawing/2014/main" id="{3CA6C07A-2E37-4897-AF99-5152B241E380}"/>
              </a:ext>
            </a:extLst>
          </p:cNvPr>
          <p:cNvSpPr>
            <a:spLocks noGrp="1"/>
          </p:cNvSpPr>
          <p:nvPr>
            <p:ph type="body" sz="quarter" idx="37" hasCustomPrompt="1"/>
          </p:nvPr>
        </p:nvSpPr>
        <p:spPr>
          <a:xfrm>
            <a:off x="7674476" y="5243800"/>
            <a:ext cx="2069690" cy="695361"/>
          </a:xfrm>
          <a:prstGeom prst="rect">
            <a:avLst/>
          </a:prstGeom>
        </p:spPr>
        <p:txBody>
          <a:bodyPr/>
          <a:lstStyle>
            <a:lvl1pPr marL="0" indent="0" algn="ctr">
              <a:lnSpc>
                <a:spcPct val="100000"/>
              </a:lnSpc>
              <a:buNone/>
              <a:defRPr sz="1100" b="0" i="0" cap="none" spc="200" baseline="0"/>
            </a:lvl1pPr>
          </a:lstStyle>
          <a:p>
            <a:pPr lvl="0"/>
            <a:r>
              <a:rPr lang="en-US" dirty="0"/>
              <a:t>Click to add title</a:t>
            </a:r>
          </a:p>
        </p:txBody>
      </p:sp>
      <p:sp>
        <p:nvSpPr>
          <p:cNvPr id="38" name="Picture Placeholder 9">
            <a:extLst>
              <a:ext uri="{FF2B5EF4-FFF2-40B4-BE49-F238E27FC236}">
                <a16:creationId xmlns:a16="http://schemas.microsoft.com/office/drawing/2014/main" id="{026B0125-C5D1-4397-BA37-9D1FCB7DA71E}"/>
              </a:ext>
            </a:extLst>
          </p:cNvPr>
          <p:cNvSpPr>
            <a:spLocks noGrp="1"/>
          </p:cNvSpPr>
          <p:nvPr>
            <p:ph type="pic" sz="quarter" idx="48" hasCustomPrompt="1"/>
          </p:nvPr>
        </p:nvSpPr>
        <p:spPr>
          <a:xfrm>
            <a:off x="10114667" y="3614936"/>
            <a:ext cx="1412049" cy="1147276"/>
          </a:xfrm>
          <a:prstGeom prst="rect">
            <a:avLst/>
          </a:prstGeom>
        </p:spPr>
        <p:txBody>
          <a:bodyPr/>
          <a:lstStyle>
            <a:lvl1pPr marL="0" indent="0" algn="ctr">
              <a:buNone/>
              <a:defRPr/>
            </a:lvl1pPr>
          </a:lstStyle>
          <a:p>
            <a:r>
              <a:rPr lang="en-US" dirty="0"/>
              <a:t>Click to add photo</a:t>
            </a:r>
          </a:p>
        </p:txBody>
      </p:sp>
      <p:sp>
        <p:nvSpPr>
          <p:cNvPr id="35" name="Text Placeholder 17">
            <a:extLst>
              <a:ext uri="{FF2B5EF4-FFF2-40B4-BE49-F238E27FC236}">
                <a16:creationId xmlns:a16="http://schemas.microsoft.com/office/drawing/2014/main" id="{A57BE95A-45E1-4F78-9162-0D9005657D71}"/>
              </a:ext>
            </a:extLst>
          </p:cNvPr>
          <p:cNvSpPr>
            <a:spLocks noGrp="1"/>
          </p:cNvSpPr>
          <p:nvPr>
            <p:ph type="body" sz="quarter" idx="45" hasCustomPrompt="1"/>
          </p:nvPr>
        </p:nvSpPr>
        <p:spPr>
          <a:xfrm>
            <a:off x="9785846" y="4768651"/>
            <a:ext cx="2069690" cy="475149"/>
          </a:xfrm>
          <a:prstGeom prst="rect">
            <a:avLst/>
          </a:prstGeom>
        </p:spPr>
        <p:txBody>
          <a:bodyPr anchor="b"/>
          <a:lstStyle>
            <a:lvl1pPr marL="0" indent="0" algn="ctr">
              <a:buNone/>
              <a:defRPr sz="1400" cap="all" spc="200" baseline="0">
                <a:solidFill>
                  <a:schemeClr val="accent4"/>
                </a:solidFill>
              </a:defRPr>
            </a:lvl1pPr>
          </a:lstStyle>
          <a:p>
            <a:pPr lvl="0"/>
            <a:r>
              <a:rPr lang="en-US" dirty="0"/>
              <a:t>Click to add name</a:t>
            </a:r>
          </a:p>
        </p:txBody>
      </p:sp>
      <p:sp>
        <p:nvSpPr>
          <p:cNvPr id="36" name="Text Placeholder 17">
            <a:extLst>
              <a:ext uri="{FF2B5EF4-FFF2-40B4-BE49-F238E27FC236}">
                <a16:creationId xmlns:a16="http://schemas.microsoft.com/office/drawing/2014/main" id="{EF2F2B86-E2A2-406A-9EED-2FBD66017988}"/>
              </a:ext>
            </a:extLst>
          </p:cNvPr>
          <p:cNvSpPr>
            <a:spLocks noGrp="1"/>
          </p:cNvSpPr>
          <p:nvPr>
            <p:ph type="body" sz="quarter" idx="46" hasCustomPrompt="1"/>
          </p:nvPr>
        </p:nvSpPr>
        <p:spPr>
          <a:xfrm>
            <a:off x="9785846" y="5243800"/>
            <a:ext cx="2069690" cy="695361"/>
          </a:xfrm>
          <a:prstGeom prst="rect">
            <a:avLst/>
          </a:prstGeom>
        </p:spPr>
        <p:txBody>
          <a:bodyPr/>
          <a:lstStyle>
            <a:lvl1pPr marL="0" indent="0" algn="ctr">
              <a:lnSpc>
                <a:spcPct val="100000"/>
              </a:lnSpc>
              <a:buNone/>
              <a:defRPr sz="1100" b="0" i="0" cap="none" spc="200" baseline="0"/>
            </a:lvl1pPr>
          </a:lstStyle>
          <a:p>
            <a:pPr lvl="0"/>
            <a:r>
              <a:rPr lang="en-US" dirty="0"/>
              <a:t>Click to add title</a:t>
            </a:r>
          </a:p>
        </p:txBody>
      </p:sp>
      <p:sp>
        <p:nvSpPr>
          <p:cNvPr id="5" name="Date Placeholder 4">
            <a:extLst>
              <a:ext uri="{FF2B5EF4-FFF2-40B4-BE49-F238E27FC236}">
                <a16:creationId xmlns:a16="http://schemas.microsoft.com/office/drawing/2014/main" id="{5B91FF20-37AD-4448-896C-C37172D16263}"/>
              </a:ext>
            </a:extLst>
          </p:cNvPr>
          <p:cNvSpPr>
            <a:spLocks noGrp="1"/>
          </p:cNvSpPr>
          <p:nvPr>
            <p:ph type="dt" sz="half" idx="10"/>
          </p:nvPr>
        </p:nvSpPr>
        <p:spPr/>
        <p:txBody>
          <a:bodyPr/>
          <a:lstStyle/>
          <a:p>
            <a:fld id="{84345967-8D21-4229-B288-2B8BDA4D9FAB}" type="datetime1">
              <a:rPr lang="fr-FR" smtClean="0"/>
              <a:t>15/07/2026</a:t>
            </a:fld>
            <a:endParaRPr lang="en-US" dirty="0"/>
          </a:p>
        </p:txBody>
      </p:sp>
      <p:sp>
        <p:nvSpPr>
          <p:cNvPr id="6" name="Footer Placeholder 5">
            <a:extLst>
              <a:ext uri="{FF2B5EF4-FFF2-40B4-BE49-F238E27FC236}">
                <a16:creationId xmlns:a16="http://schemas.microsoft.com/office/drawing/2014/main" id="{376AF771-F500-4564-96BB-2AC1F13F9D36}"/>
              </a:ext>
            </a:extLst>
          </p:cNvPr>
          <p:cNvSpPr>
            <a:spLocks noGrp="1"/>
          </p:cNvSpPr>
          <p:nvPr>
            <p:ph type="ftr" sz="quarter" idx="11"/>
          </p:nvPr>
        </p:nvSpPr>
        <p:spPr/>
        <p:txBody>
          <a:bodyPr/>
          <a:lstStyle/>
          <a:p>
            <a:r>
              <a:rPr lang="en-US"/>
              <a:t>CA22123 EU-MACE GP3 monthly CG update</a:t>
            </a:r>
            <a:endParaRPr lang="en-US" dirty="0"/>
          </a:p>
        </p:txBody>
      </p:sp>
      <p:sp>
        <p:nvSpPr>
          <p:cNvPr id="7" name="Slide Number Placeholder 6">
            <a:extLst>
              <a:ext uri="{FF2B5EF4-FFF2-40B4-BE49-F238E27FC236}">
                <a16:creationId xmlns:a16="http://schemas.microsoft.com/office/drawing/2014/main" id="{9254F218-0E34-408C-AB25-76184E9ACC54}"/>
              </a:ext>
            </a:extLst>
          </p:cNvPr>
          <p:cNvSpPr>
            <a:spLocks noGrp="1"/>
          </p:cNvSpPr>
          <p:nvPr>
            <p:ph type="sldNum" sz="quarter" idx="12"/>
          </p:nvPr>
        </p:nvSpPr>
        <p:spPr/>
        <p:txBody>
          <a:bodyPr/>
          <a:lstStyle/>
          <a:p>
            <a:fld id="{F91729D4-A164-47A3-830D-E792BCE699E4}" type="slidenum">
              <a:rPr lang="en-US" smtClean="0"/>
              <a:t>‹N°›</a:t>
            </a:fld>
            <a:endParaRPr lang="en-US" dirty="0"/>
          </a:p>
        </p:txBody>
      </p:sp>
    </p:spTree>
    <p:extLst>
      <p:ext uri="{BB962C8B-B14F-4D97-AF65-F5344CB8AC3E}">
        <p14:creationId xmlns:p14="http://schemas.microsoft.com/office/powerpoint/2010/main" val="6777292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roduct Launch">
    <p:bg>
      <p:bgPr>
        <a:solidFill>
          <a:schemeClr val="bg1">
            <a:alpha val="35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8101351-79F8-4AD7-A22B-E7AFB1C69970}"/>
              </a:ext>
              <a:ext uri="{C183D7F6-B498-43B3-948B-1728B52AA6E4}">
                <adec:decorative xmlns:adec="http://schemas.microsoft.com/office/drawing/2017/decorative" val="1"/>
              </a:ext>
            </a:extLst>
          </p:cNvPr>
          <p:cNvSpPr/>
          <p:nvPr userDrawn="1"/>
        </p:nvSpPr>
        <p:spPr>
          <a:xfrm>
            <a:off x="0" y="4274260"/>
            <a:ext cx="12192000" cy="2583739"/>
          </a:xfrm>
          <a:prstGeom prst="rect">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E09A49BC-8099-40DE-8210-5A1CBAA423D4}"/>
              </a:ext>
            </a:extLst>
          </p:cNvPr>
          <p:cNvSpPr>
            <a:spLocks noGrp="1"/>
          </p:cNvSpPr>
          <p:nvPr>
            <p:ph type="title" hasCustomPrompt="1"/>
          </p:nvPr>
        </p:nvSpPr>
        <p:spPr>
          <a:xfrm>
            <a:off x="838200" y="498928"/>
            <a:ext cx="10515600" cy="567872"/>
          </a:xfrm>
          <a:prstGeom prst="rect">
            <a:avLst/>
          </a:prstGeom>
        </p:spPr>
        <p:txBody>
          <a:bodyPr/>
          <a:lstStyle>
            <a:lvl1pPr algn="ctr">
              <a:defRPr sz="3200" cap="all" spc="200" baseline="0">
                <a:solidFill>
                  <a:schemeClr val="accent4"/>
                </a:solidFill>
              </a:defRPr>
            </a:lvl1pPr>
          </a:lstStyle>
          <a:p>
            <a:r>
              <a:rPr lang="en-US" dirty="0"/>
              <a:t>Click to add title</a:t>
            </a:r>
          </a:p>
        </p:txBody>
      </p:sp>
      <p:sp>
        <p:nvSpPr>
          <p:cNvPr id="13" name="Rectangle 12">
            <a:extLst>
              <a:ext uri="{FF2B5EF4-FFF2-40B4-BE49-F238E27FC236}">
                <a16:creationId xmlns:a16="http://schemas.microsoft.com/office/drawing/2014/main" id="{45B7BBE6-4278-4E33-9044-72A2E0C0E403}"/>
              </a:ext>
              <a:ext uri="{C183D7F6-B498-43B3-948B-1728B52AA6E4}">
                <adec:decorative xmlns:adec="http://schemas.microsoft.com/office/drawing/2017/decorative" val="1"/>
              </a:ext>
            </a:extLst>
          </p:cNvPr>
          <p:cNvSpPr/>
          <p:nvPr userDrawn="1"/>
        </p:nvSpPr>
        <p:spPr>
          <a:xfrm>
            <a:off x="608564" y="1585733"/>
            <a:ext cx="2065188" cy="3995918"/>
          </a:xfrm>
          <a:prstGeom prst="rect">
            <a:avLst/>
          </a:prstGeom>
          <a:solidFill>
            <a:srgbClr val="3E70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600E549E-0E7C-4599-B51C-97AA7E525CD2}"/>
              </a:ext>
              <a:ext uri="{C183D7F6-B498-43B3-948B-1728B52AA6E4}">
                <adec:decorative xmlns:adec="http://schemas.microsoft.com/office/drawing/2017/decorative" val="1"/>
              </a:ext>
            </a:extLst>
          </p:cNvPr>
          <p:cNvSpPr/>
          <p:nvPr userDrawn="1"/>
        </p:nvSpPr>
        <p:spPr>
          <a:xfrm>
            <a:off x="2832832" y="1585733"/>
            <a:ext cx="2065188" cy="3995918"/>
          </a:xfrm>
          <a:prstGeom prst="rect">
            <a:avLst/>
          </a:prstGeom>
          <a:solidFill>
            <a:srgbClr val="93A5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AF7C507F-AD4D-47B6-88C3-C1D0154FB7F2}"/>
              </a:ext>
              <a:ext uri="{C183D7F6-B498-43B3-948B-1728B52AA6E4}">
                <adec:decorative xmlns:adec="http://schemas.microsoft.com/office/drawing/2017/decorative" val="1"/>
              </a:ext>
            </a:extLst>
          </p:cNvPr>
          <p:cNvSpPr/>
          <p:nvPr userDrawn="1"/>
        </p:nvSpPr>
        <p:spPr>
          <a:xfrm>
            <a:off x="5063405" y="1585733"/>
            <a:ext cx="2065188" cy="3995918"/>
          </a:xfrm>
          <a:prstGeom prst="rect">
            <a:avLst/>
          </a:prstGeom>
          <a:solidFill>
            <a:srgbClr val="6272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EA0266B1-BBD1-44C0-8D4C-4E651D320B77}"/>
              </a:ext>
              <a:ext uri="{C183D7F6-B498-43B3-948B-1728B52AA6E4}">
                <adec:decorative xmlns:adec="http://schemas.microsoft.com/office/drawing/2017/decorative" val="1"/>
              </a:ext>
            </a:extLst>
          </p:cNvPr>
          <p:cNvSpPr/>
          <p:nvPr userDrawn="1"/>
        </p:nvSpPr>
        <p:spPr>
          <a:xfrm>
            <a:off x="7293980" y="1585733"/>
            <a:ext cx="2065188" cy="3995918"/>
          </a:xfrm>
          <a:prstGeom prst="rect">
            <a:avLst/>
          </a:prstGeom>
          <a:solidFill>
            <a:srgbClr val="BDA0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D71BB1CE-E3FA-4E7F-A54B-3FB675098A2A}"/>
              </a:ext>
              <a:ext uri="{C183D7F6-B498-43B3-948B-1728B52AA6E4}">
                <adec:decorative xmlns:adec="http://schemas.microsoft.com/office/drawing/2017/decorative" val="1"/>
              </a:ext>
            </a:extLst>
          </p:cNvPr>
          <p:cNvSpPr/>
          <p:nvPr userDrawn="1"/>
        </p:nvSpPr>
        <p:spPr>
          <a:xfrm>
            <a:off x="9511052" y="1585733"/>
            <a:ext cx="2065188" cy="3995918"/>
          </a:xfrm>
          <a:prstGeom prst="rect">
            <a:avLst/>
          </a:prstGeom>
          <a:solidFill>
            <a:srgbClr val="6851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15D11F63-A3DB-4EB1-9148-6E8C6678D14A}"/>
              </a:ext>
            </a:extLst>
          </p:cNvPr>
          <p:cNvSpPr>
            <a:spLocks noGrp="1"/>
          </p:cNvSpPr>
          <p:nvPr>
            <p:ph type="body" sz="quarter" idx="15" hasCustomPrompt="1"/>
          </p:nvPr>
        </p:nvSpPr>
        <p:spPr>
          <a:xfrm>
            <a:off x="727843" y="2434147"/>
            <a:ext cx="1826631" cy="776287"/>
          </a:xfrm>
          <a:prstGeom prst="rect">
            <a:avLst/>
          </a:prstGeom>
        </p:spPr>
        <p:txBody>
          <a:bodyPr anchor="b"/>
          <a:lstStyle>
            <a:lvl1pPr marL="0" indent="0">
              <a:buNone/>
              <a:defRPr sz="2000" cap="all" normalizeH="0" baseline="0">
                <a:solidFill>
                  <a:schemeClr val="bg1"/>
                </a:solidFill>
              </a:defRPr>
            </a:lvl1pPr>
          </a:lstStyle>
          <a:p>
            <a:pPr lvl="0"/>
            <a:r>
              <a:rPr lang="en-US" dirty="0"/>
              <a:t>Add text</a:t>
            </a:r>
          </a:p>
        </p:txBody>
      </p:sp>
      <p:sp>
        <p:nvSpPr>
          <p:cNvPr id="29" name="Text Placeholder 22">
            <a:extLst>
              <a:ext uri="{FF2B5EF4-FFF2-40B4-BE49-F238E27FC236}">
                <a16:creationId xmlns:a16="http://schemas.microsoft.com/office/drawing/2014/main" id="{96E63495-7407-4360-95F6-82D0C68813B0}"/>
              </a:ext>
            </a:extLst>
          </p:cNvPr>
          <p:cNvSpPr>
            <a:spLocks noGrp="1"/>
          </p:cNvSpPr>
          <p:nvPr>
            <p:ph type="body" sz="quarter" idx="20" hasCustomPrompt="1"/>
          </p:nvPr>
        </p:nvSpPr>
        <p:spPr>
          <a:xfrm>
            <a:off x="727843" y="3267049"/>
            <a:ext cx="1826631" cy="1527689"/>
          </a:xfrm>
          <a:prstGeom prst="rect">
            <a:avLst/>
          </a:prstGeom>
        </p:spPr>
        <p:txBody>
          <a:bodyPr/>
          <a:lstStyle>
            <a:lvl1pPr marL="0" indent="0">
              <a:lnSpc>
                <a:spcPct val="114000"/>
              </a:lnSpc>
              <a:spcBef>
                <a:spcPts val="0"/>
              </a:spcBef>
              <a:buNone/>
              <a:defRPr sz="1400" spc="50" baseline="0">
                <a:solidFill>
                  <a:schemeClr val="bg1"/>
                </a:solidFill>
              </a:defRPr>
            </a:lvl1pPr>
          </a:lstStyle>
          <a:p>
            <a:pPr lvl="0"/>
            <a:r>
              <a:rPr lang="en-US" dirty="0"/>
              <a:t>Add text</a:t>
            </a:r>
          </a:p>
        </p:txBody>
      </p:sp>
      <p:sp>
        <p:nvSpPr>
          <p:cNvPr id="32" name="Text Placeholder 22">
            <a:extLst>
              <a:ext uri="{FF2B5EF4-FFF2-40B4-BE49-F238E27FC236}">
                <a16:creationId xmlns:a16="http://schemas.microsoft.com/office/drawing/2014/main" id="{3A879552-0B9C-48EC-8D07-A24DB252D634}"/>
              </a:ext>
            </a:extLst>
          </p:cNvPr>
          <p:cNvSpPr>
            <a:spLocks noGrp="1"/>
          </p:cNvSpPr>
          <p:nvPr>
            <p:ph type="body" sz="quarter" idx="21" hasCustomPrompt="1"/>
          </p:nvPr>
        </p:nvSpPr>
        <p:spPr>
          <a:xfrm>
            <a:off x="2952111" y="2443870"/>
            <a:ext cx="1826631" cy="776287"/>
          </a:xfrm>
          <a:prstGeom prst="rect">
            <a:avLst/>
          </a:prstGeom>
        </p:spPr>
        <p:txBody>
          <a:bodyPr anchor="b"/>
          <a:lstStyle>
            <a:lvl1pPr marL="0" indent="0">
              <a:buNone/>
              <a:defRPr sz="2000" cap="all" baseline="0">
                <a:solidFill>
                  <a:schemeClr val="bg1"/>
                </a:solidFill>
              </a:defRPr>
            </a:lvl1pPr>
          </a:lstStyle>
          <a:p>
            <a:pPr lvl="0"/>
            <a:r>
              <a:rPr lang="en-US" dirty="0"/>
              <a:t>Add text</a:t>
            </a:r>
          </a:p>
        </p:txBody>
      </p:sp>
      <p:sp>
        <p:nvSpPr>
          <p:cNvPr id="33" name="Text Placeholder 22">
            <a:extLst>
              <a:ext uri="{FF2B5EF4-FFF2-40B4-BE49-F238E27FC236}">
                <a16:creationId xmlns:a16="http://schemas.microsoft.com/office/drawing/2014/main" id="{8337BD60-5C54-4FEC-A9D6-5C29EB94799F}"/>
              </a:ext>
            </a:extLst>
          </p:cNvPr>
          <p:cNvSpPr>
            <a:spLocks noGrp="1"/>
          </p:cNvSpPr>
          <p:nvPr>
            <p:ph type="body" sz="quarter" idx="22" hasCustomPrompt="1"/>
          </p:nvPr>
        </p:nvSpPr>
        <p:spPr>
          <a:xfrm>
            <a:off x="2952111" y="3276772"/>
            <a:ext cx="1826631" cy="1527689"/>
          </a:xfrm>
          <a:prstGeom prst="rect">
            <a:avLst/>
          </a:prstGeom>
        </p:spPr>
        <p:txBody>
          <a:bodyPr/>
          <a:lstStyle>
            <a:lvl1pPr marL="0" indent="0">
              <a:lnSpc>
                <a:spcPct val="114000"/>
              </a:lnSpc>
              <a:spcBef>
                <a:spcPts val="0"/>
              </a:spcBef>
              <a:buNone/>
              <a:defRPr sz="1400" spc="50" baseline="0">
                <a:solidFill>
                  <a:schemeClr val="bg1"/>
                </a:solidFill>
              </a:defRPr>
            </a:lvl1pPr>
          </a:lstStyle>
          <a:p>
            <a:pPr lvl="0"/>
            <a:r>
              <a:rPr lang="en-US" dirty="0"/>
              <a:t>Add text</a:t>
            </a:r>
          </a:p>
        </p:txBody>
      </p:sp>
      <p:sp>
        <p:nvSpPr>
          <p:cNvPr id="34" name="Text Placeholder 22">
            <a:extLst>
              <a:ext uri="{FF2B5EF4-FFF2-40B4-BE49-F238E27FC236}">
                <a16:creationId xmlns:a16="http://schemas.microsoft.com/office/drawing/2014/main" id="{25F7073D-87C3-473A-9A04-748C3F682652}"/>
              </a:ext>
            </a:extLst>
          </p:cNvPr>
          <p:cNvSpPr>
            <a:spLocks noGrp="1"/>
          </p:cNvSpPr>
          <p:nvPr>
            <p:ph type="body" sz="quarter" idx="23" hasCustomPrompt="1"/>
          </p:nvPr>
        </p:nvSpPr>
        <p:spPr>
          <a:xfrm>
            <a:off x="5182684" y="2434147"/>
            <a:ext cx="1826631" cy="776287"/>
          </a:xfrm>
          <a:prstGeom prst="rect">
            <a:avLst/>
          </a:prstGeom>
        </p:spPr>
        <p:txBody>
          <a:bodyPr anchor="b"/>
          <a:lstStyle>
            <a:lvl1pPr marL="0" indent="0">
              <a:buNone/>
              <a:defRPr sz="2000" cap="all" baseline="0">
                <a:solidFill>
                  <a:schemeClr val="bg1"/>
                </a:solidFill>
              </a:defRPr>
            </a:lvl1pPr>
          </a:lstStyle>
          <a:p>
            <a:pPr lvl="0"/>
            <a:r>
              <a:rPr lang="en-US" dirty="0"/>
              <a:t>Add text</a:t>
            </a:r>
          </a:p>
        </p:txBody>
      </p:sp>
      <p:sp>
        <p:nvSpPr>
          <p:cNvPr id="35" name="Text Placeholder 22">
            <a:extLst>
              <a:ext uri="{FF2B5EF4-FFF2-40B4-BE49-F238E27FC236}">
                <a16:creationId xmlns:a16="http://schemas.microsoft.com/office/drawing/2014/main" id="{5CB2BF3B-6E9D-4A28-A938-C9CC9E496484}"/>
              </a:ext>
            </a:extLst>
          </p:cNvPr>
          <p:cNvSpPr>
            <a:spLocks noGrp="1"/>
          </p:cNvSpPr>
          <p:nvPr>
            <p:ph type="body" sz="quarter" idx="24" hasCustomPrompt="1"/>
          </p:nvPr>
        </p:nvSpPr>
        <p:spPr>
          <a:xfrm>
            <a:off x="5182684" y="3267049"/>
            <a:ext cx="1826631" cy="1527689"/>
          </a:xfrm>
          <a:prstGeom prst="rect">
            <a:avLst/>
          </a:prstGeom>
        </p:spPr>
        <p:txBody>
          <a:bodyPr/>
          <a:lstStyle>
            <a:lvl1pPr marL="0" indent="0">
              <a:lnSpc>
                <a:spcPct val="114000"/>
              </a:lnSpc>
              <a:spcBef>
                <a:spcPts val="0"/>
              </a:spcBef>
              <a:buNone/>
              <a:defRPr sz="1400" spc="50" baseline="0">
                <a:solidFill>
                  <a:schemeClr val="bg1"/>
                </a:solidFill>
              </a:defRPr>
            </a:lvl1pPr>
          </a:lstStyle>
          <a:p>
            <a:pPr lvl="0"/>
            <a:r>
              <a:rPr lang="en-US" dirty="0"/>
              <a:t>Add text</a:t>
            </a:r>
          </a:p>
        </p:txBody>
      </p:sp>
      <p:sp>
        <p:nvSpPr>
          <p:cNvPr id="36" name="Text Placeholder 22">
            <a:extLst>
              <a:ext uri="{FF2B5EF4-FFF2-40B4-BE49-F238E27FC236}">
                <a16:creationId xmlns:a16="http://schemas.microsoft.com/office/drawing/2014/main" id="{94E179CD-2F9C-44FA-813E-253ACC4A978E}"/>
              </a:ext>
            </a:extLst>
          </p:cNvPr>
          <p:cNvSpPr>
            <a:spLocks noGrp="1"/>
          </p:cNvSpPr>
          <p:nvPr>
            <p:ph type="body" sz="quarter" idx="25" hasCustomPrompt="1"/>
          </p:nvPr>
        </p:nvSpPr>
        <p:spPr>
          <a:xfrm>
            <a:off x="7413259" y="2443870"/>
            <a:ext cx="1826631" cy="776287"/>
          </a:xfrm>
          <a:prstGeom prst="rect">
            <a:avLst/>
          </a:prstGeom>
        </p:spPr>
        <p:txBody>
          <a:bodyPr anchor="b"/>
          <a:lstStyle>
            <a:lvl1pPr marL="0" indent="0">
              <a:buNone/>
              <a:defRPr sz="2000" cap="all" baseline="0">
                <a:solidFill>
                  <a:schemeClr val="bg1"/>
                </a:solidFill>
              </a:defRPr>
            </a:lvl1pPr>
          </a:lstStyle>
          <a:p>
            <a:pPr lvl="0"/>
            <a:r>
              <a:rPr lang="en-US" dirty="0"/>
              <a:t>Add text</a:t>
            </a:r>
          </a:p>
        </p:txBody>
      </p:sp>
      <p:sp>
        <p:nvSpPr>
          <p:cNvPr id="37" name="Text Placeholder 22">
            <a:extLst>
              <a:ext uri="{FF2B5EF4-FFF2-40B4-BE49-F238E27FC236}">
                <a16:creationId xmlns:a16="http://schemas.microsoft.com/office/drawing/2014/main" id="{34D58360-D7DD-4F33-A29E-5F4835C2DC57}"/>
              </a:ext>
            </a:extLst>
          </p:cNvPr>
          <p:cNvSpPr>
            <a:spLocks noGrp="1"/>
          </p:cNvSpPr>
          <p:nvPr>
            <p:ph type="body" sz="quarter" idx="26" hasCustomPrompt="1"/>
          </p:nvPr>
        </p:nvSpPr>
        <p:spPr>
          <a:xfrm>
            <a:off x="7413259" y="3276772"/>
            <a:ext cx="1826631" cy="1527689"/>
          </a:xfrm>
          <a:prstGeom prst="rect">
            <a:avLst/>
          </a:prstGeom>
        </p:spPr>
        <p:txBody>
          <a:bodyPr/>
          <a:lstStyle>
            <a:lvl1pPr marL="0" indent="0">
              <a:lnSpc>
                <a:spcPct val="114000"/>
              </a:lnSpc>
              <a:spcBef>
                <a:spcPts val="0"/>
              </a:spcBef>
              <a:buNone/>
              <a:defRPr sz="1400" spc="50" baseline="0">
                <a:solidFill>
                  <a:schemeClr val="bg1"/>
                </a:solidFill>
              </a:defRPr>
            </a:lvl1pPr>
          </a:lstStyle>
          <a:p>
            <a:pPr lvl="0"/>
            <a:r>
              <a:rPr lang="en-US" dirty="0"/>
              <a:t>Add text</a:t>
            </a:r>
          </a:p>
        </p:txBody>
      </p:sp>
      <p:sp>
        <p:nvSpPr>
          <p:cNvPr id="38" name="Text Placeholder 22">
            <a:extLst>
              <a:ext uri="{FF2B5EF4-FFF2-40B4-BE49-F238E27FC236}">
                <a16:creationId xmlns:a16="http://schemas.microsoft.com/office/drawing/2014/main" id="{AA5A81E7-83B9-4A30-9A57-98FFF2716065}"/>
              </a:ext>
            </a:extLst>
          </p:cNvPr>
          <p:cNvSpPr>
            <a:spLocks noGrp="1"/>
          </p:cNvSpPr>
          <p:nvPr>
            <p:ph type="body" sz="quarter" idx="27" hasCustomPrompt="1"/>
          </p:nvPr>
        </p:nvSpPr>
        <p:spPr>
          <a:xfrm>
            <a:off x="9630331" y="2434147"/>
            <a:ext cx="1826631" cy="776287"/>
          </a:xfrm>
          <a:prstGeom prst="rect">
            <a:avLst/>
          </a:prstGeom>
        </p:spPr>
        <p:txBody>
          <a:bodyPr anchor="b"/>
          <a:lstStyle>
            <a:lvl1pPr marL="0" indent="0">
              <a:buNone/>
              <a:defRPr sz="2000" cap="all" baseline="0">
                <a:solidFill>
                  <a:schemeClr val="bg1"/>
                </a:solidFill>
              </a:defRPr>
            </a:lvl1pPr>
          </a:lstStyle>
          <a:p>
            <a:pPr lvl="0"/>
            <a:r>
              <a:rPr lang="en-US" dirty="0"/>
              <a:t>Add text</a:t>
            </a:r>
          </a:p>
        </p:txBody>
      </p:sp>
      <p:sp>
        <p:nvSpPr>
          <p:cNvPr id="39" name="Text Placeholder 22">
            <a:extLst>
              <a:ext uri="{FF2B5EF4-FFF2-40B4-BE49-F238E27FC236}">
                <a16:creationId xmlns:a16="http://schemas.microsoft.com/office/drawing/2014/main" id="{C45C6D3E-88B9-42D5-9A94-6D2B9CA3CDD0}"/>
              </a:ext>
            </a:extLst>
          </p:cNvPr>
          <p:cNvSpPr>
            <a:spLocks noGrp="1"/>
          </p:cNvSpPr>
          <p:nvPr>
            <p:ph type="body" sz="quarter" idx="28" hasCustomPrompt="1"/>
          </p:nvPr>
        </p:nvSpPr>
        <p:spPr>
          <a:xfrm>
            <a:off x="9630331" y="3267049"/>
            <a:ext cx="1826631" cy="1527689"/>
          </a:xfrm>
          <a:prstGeom prst="rect">
            <a:avLst/>
          </a:prstGeom>
        </p:spPr>
        <p:txBody>
          <a:bodyPr/>
          <a:lstStyle>
            <a:lvl1pPr marL="0" indent="0">
              <a:lnSpc>
                <a:spcPct val="114000"/>
              </a:lnSpc>
              <a:spcBef>
                <a:spcPts val="0"/>
              </a:spcBef>
              <a:buNone/>
              <a:defRPr sz="1400" spc="50" baseline="0">
                <a:solidFill>
                  <a:schemeClr val="bg1"/>
                </a:solidFill>
              </a:defRPr>
            </a:lvl1pPr>
          </a:lstStyle>
          <a:p>
            <a:pPr lvl="0"/>
            <a:r>
              <a:rPr lang="en-US" dirty="0"/>
              <a:t>Add text</a:t>
            </a:r>
          </a:p>
        </p:txBody>
      </p:sp>
      <p:sp>
        <p:nvSpPr>
          <p:cNvPr id="5" name="Date Placeholder 4">
            <a:extLst>
              <a:ext uri="{FF2B5EF4-FFF2-40B4-BE49-F238E27FC236}">
                <a16:creationId xmlns:a16="http://schemas.microsoft.com/office/drawing/2014/main" id="{9843D60E-3024-42AA-9CF9-A44192AE74E9}"/>
              </a:ext>
            </a:extLst>
          </p:cNvPr>
          <p:cNvSpPr>
            <a:spLocks noGrp="1"/>
          </p:cNvSpPr>
          <p:nvPr>
            <p:ph type="dt" sz="half" idx="10"/>
          </p:nvPr>
        </p:nvSpPr>
        <p:spPr/>
        <p:txBody>
          <a:bodyPr/>
          <a:lstStyle/>
          <a:p>
            <a:fld id="{83D7861C-1CEB-4B3E-9054-C6A8B4CF81F5}" type="datetime1">
              <a:rPr lang="fr-FR" smtClean="0"/>
              <a:t>15/07/2026</a:t>
            </a:fld>
            <a:endParaRPr lang="en-US" dirty="0"/>
          </a:p>
        </p:txBody>
      </p:sp>
      <p:sp>
        <p:nvSpPr>
          <p:cNvPr id="6" name="Footer Placeholder 5">
            <a:extLst>
              <a:ext uri="{FF2B5EF4-FFF2-40B4-BE49-F238E27FC236}">
                <a16:creationId xmlns:a16="http://schemas.microsoft.com/office/drawing/2014/main" id="{D182FBC6-68D1-4570-A549-C4A925FB8546}"/>
              </a:ext>
            </a:extLst>
          </p:cNvPr>
          <p:cNvSpPr>
            <a:spLocks noGrp="1"/>
          </p:cNvSpPr>
          <p:nvPr>
            <p:ph type="ftr" sz="quarter" idx="11"/>
          </p:nvPr>
        </p:nvSpPr>
        <p:spPr/>
        <p:txBody>
          <a:bodyPr/>
          <a:lstStyle/>
          <a:p>
            <a:r>
              <a:rPr lang="en-US"/>
              <a:t>CA22123 EU-MACE GP3 monthly CG update</a:t>
            </a:r>
            <a:endParaRPr lang="en-US" dirty="0"/>
          </a:p>
        </p:txBody>
      </p:sp>
      <p:sp>
        <p:nvSpPr>
          <p:cNvPr id="7" name="Slide Number Placeholder 6">
            <a:extLst>
              <a:ext uri="{FF2B5EF4-FFF2-40B4-BE49-F238E27FC236}">
                <a16:creationId xmlns:a16="http://schemas.microsoft.com/office/drawing/2014/main" id="{C4E1DC1F-6117-4AB4-9BF1-878D4F8200D2}"/>
              </a:ext>
            </a:extLst>
          </p:cNvPr>
          <p:cNvSpPr>
            <a:spLocks noGrp="1"/>
          </p:cNvSpPr>
          <p:nvPr>
            <p:ph type="sldNum" sz="quarter" idx="12"/>
          </p:nvPr>
        </p:nvSpPr>
        <p:spPr/>
        <p:txBody>
          <a:bodyPr/>
          <a:lstStyle/>
          <a:p>
            <a:fld id="{F91729D4-A164-47A3-830D-E792BCE699E4}" type="slidenum">
              <a:rPr lang="en-US" smtClean="0"/>
              <a:t>‹N°›</a:t>
            </a:fld>
            <a:endParaRPr lang="en-US" dirty="0"/>
          </a:p>
        </p:txBody>
      </p:sp>
    </p:spTree>
    <p:extLst>
      <p:ext uri="{BB962C8B-B14F-4D97-AF65-F5344CB8AC3E}">
        <p14:creationId xmlns:p14="http://schemas.microsoft.com/office/powerpoint/2010/main" val="13745377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cxnSp>
        <p:nvCxnSpPr>
          <p:cNvPr id="38" name="Straight Connector 37">
            <a:extLst>
              <a:ext uri="{FF2B5EF4-FFF2-40B4-BE49-F238E27FC236}">
                <a16:creationId xmlns:a16="http://schemas.microsoft.com/office/drawing/2014/main" id="{78B9A4D3-8D91-4865-B422-5F60885A730F}"/>
              </a:ext>
              <a:ext uri="{C183D7F6-B498-43B3-948B-1728B52AA6E4}">
                <adec:decorative xmlns:adec="http://schemas.microsoft.com/office/drawing/2017/decorative" val="1"/>
              </a:ext>
            </a:extLst>
          </p:cNvPr>
          <p:cNvCxnSpPr>
            <a:cxnSpLocks/>
          </p:cNvCxnSpPr>
          <p:nvPr userDrawn="1"/>
        </p:nvCxnSpPr>
        <p:spPr>
          <a:xfrm flipH="1">
            <a:off x="1592874" y="3684898"/>
            <a:ext cx="9006253" cy="0"/>
          </a:xfrm>
          <a:prstGeom prst="line">
            <a:avLst/>
          </a:prstGeom>
          <a:ln>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90ECDAF5-DEB9-4A0C-9165-6ED23184A320}"/>
              </a:ext>
            </a:extLst>
          </p:cNvPr>
          <p:cNvSpPr>
            <a:spLocks noGrp="1"/>
          </p:cNvSpPr>
          <p:nvPr>
            <p:ph type="title" hasCustomPrompt="1"/>
          </p:nvPr>
        </p:nvSpPr>
        <p:spPr>
          <a:xfrm>
            <a:off x="838200" y="498928"/>
            <a:ext cx="10515600" cy="565435"/>
          </a:xfrm>
          <a:prstGeom prst="rect">
            <a:avLst/>
          </a:prstGeom>
        </p:spPr>
        <p:txBody>
          <a:bodyPr/>
          <a:lstStyle>
            <a:lvl1pPr algn="ctr">
              <a:defRPr sz="3200" cap="all" spc="200" baseline="0">
                <a:solidFill>
                  <a:schemeClr val="accent4"/>
                </a:solidFill>
              </a:defRPr>
            </a:lvl1pPr>
          </a:lstStyle>
          <a:p>
            <a:r>
              <a:rPr lang="en-US" dirty="0"/>
              <a:t>Click to add title</a:t>
            </a:r>
          </a:p>
        </p:txBody>
      </p:sp>
      <p:sp>
        <p:nvSpPr>
          <p:cNvPr id="8" name="Rectangle 7">
            <a:extLst>
              <a:ext uri="{FF2B5EF4-FFF2-40B4-BE49-F238E27FC236}">
                <a16:creationId xmlns:a16="http://schemas.microsoft.com/office/drawing/2014/main" id="{65FEA1AD-EC70-422F-BADD-FCA14BF9D43F}"/>
              </a:ext>
              <a:ext uri="{C183D7F6-B498-43B3-948B-1728B52AA6E4}">
                <adec:decorative xmlns:adec="http://schemas.microsoft.com/office/drawing/2017/decorative" val="1"/>
              </a:ext>
            </a:extLst>
          </p:cNvPr>
          <p:cNvSpPr/>
          <p:nvPr userDrawn="1"/>
        </p:nvSpPr>
        <p:spPr>
          <a:xfrm>
            <a:off x="1428750" y="3520775"/>
            <a:ext cx="328246" cy="32824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1C84996E-63EA-4C88-816A-3AE158BB57E0}"/>
              </a:ext>
              <a:ext uri="{C183D7F6-B498-43B3-948B-1728B52AA6E4}">
                <adec:decorative xmlns:adec="http://schemas.microsoft.com/office/drawing/2017/decorative" val="1"/>
              </a:ext>
            </a:extLst>
          </p:cNvPr>
          <p:cNvSpPr/>
          <p:nvPr userDrawn="1"/>
        </p:nvSpPr>
        <p:spPr>
          <a:xfrm>
            <a:off x="3680314" y="3520775"/>
            <a:ext cx="328246" cy="3282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ECA09893-F9A1-4FA2-A462-C1C443EC323F}"/>
              </a:ext>
              <a:ext uri="{C183D7F6-B498-43B3-948B-1728B52AA6E4}">
                <adec:decorative xmlns:adec="http://schemas.microsoft.com/office/drawing/2017/decorative" val="1"/>
              </a:ext>
            </a:extLst>
          </p:cNvPr>
          <p:cNvSpPr/>
          <p:nvPr userDrawn="1"/>
        </p:nvSpPr>
        <p:spPr>
          <a:xfrm>
            <a:off x="5931878" y="3520775"/>
            <a:ext cx="328246" cy="328246"/>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829FBC17-744B-4367-90B4-20C9CDBD18E4}"/>
              </a:ext>
              <a:ext uri="{C183D7F6-B498-43B3-948B-1728B52AA6E4}">
                <adec:decorative xmlns:adec="http://schemas.microsoft.com/office/drawing/2017/decorative" val="1"/>
              </a:ext>
            </a:extLst>
          </p:cNvPr>
          <p:cNvSpPr/>
          <p:nvPr userDrawn="1"/>
        </p:nvSpPr>
        <p:spPr>
          <a:xfrm>
            <a:off x="8183442" y="3520775"/>
            <a:ext cx="328246" cy="328246"/>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9FD6CCE-53EA-424C-A29B-35A77F78203D}"/>
              </a:ext>
              <a:ext uri="{C183D7F6-B498-43B3-948B-1728B52AA6E4}">
                <adec:decorative xmlns:adec="http://schemas.microsoft.com/office/drawing/2017/decorative" val="1"/>
              </a:ext>
            </a:extLst>
          </p:cNvPr>
          <p:cNvSpPr/>
          <p:nvPr userDrawn="1"/>
        </p:nvSpPr>
        <p:spPr>
          <a:xfrm>
            <a:off x="10435004" y="3520775"/>
            <a:ext cx="328246" cy="328246"/>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8" name="Straight Connector 17">
            <a:extLst>
              <a:ext uri="{FF2B5EF4-FFF2-40B4-BE49-F238E27FC236}">
                <a16:creationId xmlns:a16="http://schemas.microsoft.com/office/drawing/2014/main" id="{A1ADC218-9303-4431-8BD2-4D5F9C19A2D3}"/>
              </a:ext>
              <a:ext uri="{C183D7F6-B498-43B3-948B-1728B52AA6E4}">
                <adec:decorative xmlns:adec="http://schemas.microsoft.com/office/drawing/2017/decorative" val="1"/>
              </a:ext>
            </a:extLst>
          </p:cNvPr>
          <p:cNvCxnSpPr>
            <a:cxnSpLocks/>
          </p:cNvCxnSpPr>
          <p:nvPr userDrawn="1"/>
        </p:nvCxnSpPr>
        <p:spPr>
          <a:xfrm>
            <a:off x="1592873" y="2964383"/>
            <a:ext cx="0" cy="415716"/>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4F724929-97F8-4988-BD69-D86CAA6950D1}"/>
              </a:ext>
              <a:ext uri="{C183D7F6-B498-43B3-948B-1728B52AA6E4}">
                <adec:decorative xmlns:adec="http://schemas.microsoft.com/office/drawing/2017/decorative" val="1"/>
              </a:ext>
            </a:extLst>
          </p:cNvPr>
          <p:cNvCxnSpPr>
            <a:cxnSpLocks/>
          </p:cNvCxnSpPr>
          <p:nvPr userDrawn="1"/>
        </p:nvCxnSpPr>
        <p:spPr>
          <a:xfrm>
            <a:off x="6096001" y="2964383"/>
            <a:ext cx="0" cy="415716"/>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0FEF08-1FB7-46B4-AB6B-D672A96A71F8}"/>
              </a:ext>
              <a:ext uri="{C183D7F6-B498-43B3-948B-1728B52AA6E4}">
                <adec:decorative xmlns:adec="http://schemas.microsoft.com/office/drawing/2017/decorative" val="1"/>
              </a:ext>
            </a:extLst>
          </p:cNvPr>
          <p:cNvCxnSpPr>
            <a:cxnSpLocks/>
          </p:cNvCxnSpPr>
          <p:nvPr userDrawn="1"/>
        </p:nvCxnSpPr>
        <p:spPr>
          <a:xfrm>
            <a:off x="10599127" y="2964383"/>
            <a:ext cx="0" cy="415716"/>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7" name="Text Placeholder 22">
            <a:extLst>
              <a:ext uri="{FF2B5EF4-FFF2-40B4-BE49-F238E27FC236}">
                <a16:creationId xmlns:a16="http://schemas.microsoft.com/office/drawing/2014/main" id="{8BA510CE-108D-434A-9BE7-BE6712175231}"/>
              </a:ext>
            </a:extLst>
          </p:cNvPr>
          <p:cNvSpPr>
            <a:spLocks noGrp="1"/>
          </p:cNvSpPr>
          <p:nvPr>
            <p:ph type="body" sz="quarter" idx="15" hasCustomPrompt="1"/>
          </p:nvPr>
        </p:nvSpPr>
        <p:spPr>
          <a:xfrm>
            <a:off x="465172" y="1627860"/>
            <a:ext cx="2251564" cy="498496"/>
          </a:xfrm>
          <a:prstGeom prst="rect">
            <a:avLst/>
          </a:prstGeom>
        </p:spPr>
        <p:txBody>
          <a:bodyPr anchor="b"/>
          <a:lstStyle>
            <a:lvl1pPr marL="0" indent="0" algn="ctr">
              <a:buNone/>
              <a:defRPr sz="1800" cap="all" baseline="0">
                <a:solidFill>
                  <a:schemeClr val="tx2"/>
                </a:solidFill>
                <a:latin typeface="Segoe UI" panose="020B0502040204020203" pitchFamily="34" charset="0"/>
              </a:defRPr>
            </a:lvl1pPr>
          </a:lstStyle>
          <a:p>
            <a:pPr lvl="0"/>
            <a:r>
              <a:rPr lang="en-US" dirty="0"/>
              <a:t>Add text</a:t>
            </a:r>
          </a:p>
        </p:txBody>
      </p:sp>
      <p:sp>
        <p:nvSpPr>
          <p:cNvPr id="28" name="Text Placeholder 22">
            <a:extLst>
              <a:ext uri="{FF2B5EF4-FFF2-40B4-BE49-F238E27FC236}">
                <a16:creationId xmlns:a16="http://schemas.microsoft.com/office/drawing/2014/main" id="{00414708-82D0-44BF-8CBD-2D165A385617}"/>
              </a:ext>
            </a:extLst>
          </p:cNvPr>
          <p:cNvSpPr>
            <a:spLocks noGrp="1"/>
          </p:cNvSpPr>
          <p:nvPr>
            <p:ph type="body" sz="quarter" idx="20" hasCustomPrompt="1"/>
          </p:nvPr>
        </p:nvSpPr>
        <p:spPr>
          <a:xfrm>
            <a:off x="465172" y="2135346"/>
            <a:ext cx="2251564" cy="812407"/>
          </a:xfrm>
          <a:prstGeom prst="rect">
            <a:avLst/>
          </a:prstGeom>
        </p:spPr>
        <p:txBody>
          <a:bodyPr anchor="t"/>
          <a:lstStyle>
            <a:lvl1pPr marL="0" indent="0" algn="ctr">
              <a:lnSpc>
                <a:spcPct val="114000"/>
              </a:lnSpc>
              <a:spcBef>
                <a:spcPts val="0"/>
              </a:spcBef>
              <a:buNone/>
              <a:defRPr sz="1400" spc="50" baseline="0">
                <a:solidFill>
                  <a:schemeClr val="tx2"/>
                </a:solidFill>
              </a:defRPr>
            </a:lvl1pPr>
          </a:lstStyle>
          <a:p>
            <a:pPr lvl="0"/>
            <a:r>
              <a:rPr lang="en-US" dirty="0"/>
              <a:t>Add text</a:t>
            </a:r>
          </a:p>
        </p:txBody>
      </p:sp>
      <p:sp>
        <p:nvSpPr>
          <p:cNvPr id="29" name="Text Placeholder 22">
            <a:extLst>
              <a:ext uri="{FF2B5EF4-FFF2-40B4-BE49-F238E27FC236}">
                <a16:creationId xmlns:a16="http://schemas.microsoft.com/office/drawing/2014/main" id="{272F07D4-1C66-4FA2-8361-FC6267F17717}"/>
              </a:ext>
            </a:extLst>
          </p:cNvPr>
          <p:cNvSpPr>
            <a:spLocks noGrp="1"/>
          </p:cNvSpPr>
          <p:nvPr>
            <p:ph type="body" sz="quarter" idx="21" hasCustomPrompt="1"/>
          </p:nvPr>
        </p:nvSpPr>
        <p:spPr>
          <a:xfrm>
            <a:off x="4970216" y="1637385"/>
            <a:ext cx="2251564" cy="498496"/>
          </a:xfrm>
          <a:prstGeom prst="rect">
            <a:avLst/>
          </a:prstGeom>
        </p:spPr>
        <p:txBody>
          <a:bodyPr anchor="b"/>
          <a:lstStyle>
            <a:lvl1pPr marL="0" indent="0" algn="ctr">
              <a:buNone/>
              <a:defRPr sz="1800" cap="all" baseline="0">
                <a:solidFill>
                  <a:schemeClr val="accent5">
                    <a:lumMod val="75000"/>
                  </a:schemeClr>
                </a:solidFill>
                <a:latin typeface="Segoe UI" panose="020B0502040204020203" pitchFamily="34" charset="0"/>
              </a:defRPr>
            </a:lvl1pPr>
          </a:lstStyle>
          <a:p>
            <a:pPr lvl="0"/>
            <a:r>
              <a:rPr lang="en-US" dirty="0"/>
              <a:t>Add text</a:t>
            </a:r>
          </a:p>
        </p:txBody>
      </p:sp>
      <p:sp>
        <p:nvSpPr>
          <p:cNvPr id="30" name="Text Placeholder 22">
            <a:extLst>
              <a:ext uri="{FF2B5EF4-FFF2-40B4-BE49-F238E27FC236}">
                <a16:creationId xmlns:a16="http://schemas.microsoft.com/office/drawing/2014/main" id="{432C0CF3-19F3-4C10-9EEC-BA5E5F3FD22F}"/>
              </a:ext>
            </a:extLst>
          </p:cNvPr>
          <p:cNvSpPr>
            <a:spLocks noGrp="1"/>
          </p:cNvSpPr>
          <p:nvPr>
            <p:ph type="body" sz="quarter" idx="22" hasCustomPrompt="1"/>
          </p:nvPr>
        </p:nvSpPr>
        <p:spPr>
          <a:xfrm>
            <a:off x="4970216" y="2144871"/>
            <a:ext cx="2251564" cy="812407"/>
          </a:xfrm>
          <a:prstGeom prst="rect">
            <a:avLst/>
          </a:prstGeom>
        </p:spPr>
        <p:txBody>
          <a:bodyPr anchor="t"/>
          <a:lstStyle>
            <a:lvl1pPr marL="0" indent="0" algn="ctr">
              <a:lnSpc>
                <a:spcPct val="114000"/>
              </a:lnSpc>
              <a:spcBef>
                <a:spcPts val="0"/>
              </a:spcBef>
              <a:buNone/>
              <a:defRPr sz="1400" spc="50" baseline="0">
                <a:solidFill>
                  <a:schemeClr val="accent5">
                    <a:lumMod val="75000"/>
                  </a:schemeClr>
                </a:solidFill>
              </a:defRPr>
            </a:lvl1pPr>
          </a:lstStyle>
          <a:p>
            <a:pPr lvl="0"/>
            <a:r>
              <a:rPr lang="en-US" dirty="0"/>
              <a:t>Add text</a:t>
            </a:r>
          </a:p>
        </p:txBody>
      </p:sp>
      <p:sp>
        <p:nvSpPr>
          <p:cNvPr id="31" name="Text Placeholder 22">
            <a:extLst>
              <a:ext uri="{FF2B5EF4-FFF2-40B4-BE49-F238E27FC236}">
                <a16:creationId xmlns:a16="http://schemas.microsoft.com/office/drawing/2014/main" id="{4A3A0AFC-7EB9-4059-8C59-C42379BA923E}"/>
              </a:ext>
            </a:extLst>
          </p:cNvPr>
          <p:cNvSpPr>
            <a:spLocks noGrp="1"/>
          </p:cNvSpPr>
          <p:nvPr>
            <p:ph type="body" sz="quarter" idx="23" hasCustomPrompt="1"/>
          </p:nvPr>
        </p:nvSpPr>
        <p:spPr>
          <a:xfrm>
            <a:off x="9473340" y="1637385"/>
            <a:ext cx="2251564" cy="498496"/>
          </a:xfrm>
          <a:prstGeom prst="rect">
            <a:avLst/>
          </a:prstGeom>
        </p:spPr>
        <p:txBody>
          <a:bodyPr anchor="b"/>
          <a:lstStyle>
            <a:lvl1pPr marL="0" indent="0" algn="ctr">
              <a:buNone/>
              <a:defRPr sz="1800" cap="all" baseline="0">
                <a:solidFill>
                  <a:schemeClr val="accent6">
                    <a:lumMod val="50000"/>
                  </a:schemeClr>
                </a:solidFill>
                <a:latin typeface="Segoe UI" panose="020B0502040204020203" pitchFamily="34" charset="0"/>
              </a:defRPr>
            </a:lvl1pPr>
          </a:lstStyle>
          <a:p>
            <a:pPr lvl="0"/>
            <a:r>
              <a:rPr lang="en-US" dirty="0"/>
              <a:t>Add text</a:t>
            </a:r>
          </a:p>
        </p:txBody>
      </p:sp>
      <p:sp>
        <p:nvSpPr>
          <p:cNvPr id="32" name="Text Placeholder 22">
            <a:extLst>
              <a:ext uri="{FF2B5EF4-FFF2-40B4-BE49-F238E27FC236}">
                <a16:creationId xmlns:a16="http://schemas.microsoft.com/office/drawing/2014/main" id="{417F27A8-21AF-48E6-8A67-65C9920A3077}"/>
              </a:ext>
            </a:extLst>
          </p:cNvPr>
          <p:cNvSpPr>
            <a:spLocks noGrp="1"/>
          </p:cNvSpPr>
          <p:nvPr>
            <p:ph type="body" sz="quarter" idx="24" hasCustomPrompt="1"/>
          </p:nvPr>
        </p:nvSpPr>
        <p:spPr>
          <a:xfrm>
            <a:off x="9473340" y="2144871"/>
            <a:ext cx="2251564" cy="812407"/>
          </a:xfrm>
          <a:prstGeom prst="rect">
            <a:avLst/>
          </a:prstGeom>
        </p:spPr>
        <p:txBody>
          <a:bodyPr anchor="t"/>
          <a:lstStyle>
            <a:lvl1pPr marL="0" indent="0" algn="ctr">
              <a:lnSpc>
                <a:spcPct val="114000"/>
              </a:lnSpc>
              <a:spcBef>
                <a:spcPts val="0"/>
              </a:spcBef>
              <a:buNone/>
              <a:defRPr sz="1400" spc="50" baseline="0">
                <a:solidFill>
                  <a:schemeClr val="accent6">
                    <a:lumMod val="50000"/>
                  </a:schemeClr>
                </a:solidFill>
              </a:defRPr>
            </a:lvl1pPr>
          </a:lstStyle>
          <a:p>
            <a:pPr lvl="0"/>
            <a:r>
              <a:rPr lang="en-US" dirty="0"/>
              <a:t>Add text</a:t>
            </a:r>
          </a:p>
        </p:txBody>
      </p:sp>
      <p:sp>
        <p:nvSpPr>
          <p:cNvPr id="33" name="Text Placeholder 22">
            <a:extLst>
              <a:ext uri="{FF2B5EF4-FFF2-40B4-BE49-F238E27FC236}">
                <a16:creationId xmlns:a16="http://schemas.microsoft.com/office/drawing/2014/main" id="{F26C8D2A-15B8-4AB1-83F7-74DB0A35CC77}"/>
              </a:ext>
            </a:extLst>
          </p:cNvPr>
          <p:cNvSpPr>
            <a:spLocks noGrp="1"/>
          </p:cNvSpPr>
          <p:nvPr>
            <p:ph type="body" sz="quarter" idx="25" hasCustomPrompt="1"/>
          </p:nvPr>
        </p:nvSpPr>
        <p:spPr>
          <a:xfrm>
            <a:off x="2716736" y="4400252"/>
            <a:ext cx="2251562" cy="498496"/>
          </a:xfrm>
          <a:prstGeom prst="rect">
            <a:avLst/>
          </a:prstGeom>
        </p:spPr>
        <p:txBody>
          <a:bodyPr anchor="b"/>
          <a:lstStyle>
            <a:lvl1pPr marL="0" indent="0" algn="ctr">
              <a:buNone/>
              <a:defRPr sz="1800" cap="all" baseline="0">
                <a:solidFill>
                  <a:schemeClr val="accent2"/>
                </a:solidFill>
                <a:latin typeface="Segoe UI" panose="020B0502040204020203" pitchFamily="34" charset="0"/>
              </a:defRPr>
            </a:lvl1pPr>
          </a:lstStyle>
          <a:p>
            <a:pPr lvl="0"/>
            <a:r>
              <a:rPr lang="en-US" dirty="0"/>
              <a:t>Add text</a:t>
            </a:r>
          </a:p>
        </p:txBody>
      </p:sp>
      <p:sp>
        <p:nvSpPr>
          <p:cNvPr id="34" name="Text Placeholder 22">
            <a:extLst>
              <a:ext uri="{FF2B5EF4-FFF2-40B4-BE49-F238E27FC236}">
                <a16:creationId xmlns:a16="http://schemas.microsoft.com/office/drawing/2014/main" id="{07311D06-DEA1-4811-AC58-E3B935DC5A8F}"/>
              </a:ext>
            </a:extLst>
          </p:cNvPr>
          <p:cNvSpPr>
            <a:spLocks noGrp="1"/>
          </p:cNvSpPr>
          <p:nvPr>
            <p:ph type="body" sz="quarter" idx="26" hasCustomPrompt="1"/>
          </p:nvPr>
        </p:nvSpPr>
        <p:spPr>
          <a:xfrm>
            <a:off x="2716736" y="4917263"/>
            <a:ext cx="2251562" cy="795563"/>
          </a:xfrm>
          <a:prstGeom prst="rect">
            <a:avLst/>
          </a:prstGeom>
        </p:spPr>
        <p:txBody>
          <a:bodyPr anchor="t"/>
          <a:lstStyle>
            <a:lvl1pPr marL="0" indent="0" algn="ctr">
              <a:lnSpc>
                <a:spcPct val="114000"/>
              </a:lnSpc>
              <a:spcBef>
                <a:spcPts val="0"/>
              </a:spcBef>
              <a:buNone/>
              <a:defRPr sz="1400" spc="50" baseline="0">
                <a:solidFill>
                  <a:schemeClr val="accent2"/>
                </a:solidFill>
              </a:defRPr>
            </a:lvl1pPr>
          </a:lstStyle>
          <a:p>
            <a:pPr lvl="0"/>
            <a:r>
              <a:rPr lang="en-US" dirty="0"/>
              <a:t>Add text</a:t>
            </a:r>
          </a:p>
        </p:txBody>
      </p:sp>
      <p:sp>
        <p:nvSpPr>
          <p:cNvPr id="35" name="Text Placeholder 22">
            <a:extLst>
              <a:ext uri="{FF2B5EF4-FFF2-40B4-BE49-F238E27FC236}">
                <a16:creationId xmlns:a16="http://schemas.microsoft.com/office/drawing/2014/main" id="{23AC1CF6-E394-4A35-A634-F187E005A4F8}"/>
              </a:ext>
            </a:extLst>
          </p:cNvPr>
          <p:cNvSpPr>
            <a:spLocks noGrp="1"/>
          </p:cNvSpPr>
          <p:nvPr>
            <p:ph type="body" sz="quarter" idx="27" hasCustomPrompt="1"/>
          </p:nvPr>
        </p:nvSpPr>
        <p:spPr>
          <a:xfrm>
            <a:off x="7221784" y="4400252"/>
            <a:ext cx="2251562" cy="498496"/>
          </a:xfrm>
          <a:prstGeom prst="rect">
            <a:avLst/>
          </a:prstGeom>
        </p:spPr>
        <p:txBody>
          <a:bodyPr anchor="b"/>
          <a:lstStyle>
            <a:lvl1pPr marL="0" indent="0" algn="ctr">
              <a:buNone/>
              <a:defRPr sz="1800" cap="all" baseline="0">
                <a:solidFill>
                  <a:schemeClr val="accent4">
                    <a:lumMod val="75000"/>
                  </a:schemeClr>
                </a:solidFill>
                <a:latin typeface="Segoe UI" panose="020B0502040204020203" pitchFamily="34" charset="0"/>
              </a:defRPr>
            </a:lvl1pPr>
          </a:lstStyle>
          <a:p>
            <a:pPr lvl="0"/>
            <a:r>
              <a:rPr lang="en-US" dirty="0"/>
              <a:t>Add text</a:t>
            </a:r>
          </a:p>
        </p:txBody>
      </p:sp>
      <p:sp>
        <p:nvSpPr>
          <p:cNvPr id="36" name="Text Placeholder 22">
            <a:extLst>
              <a:ext uri="{FF2B5EF4-FFF2-40B4-BE49-F238E27FC236}">
                <a16:creationId xmlns:a16="http://schemas.microsoft.com/office/drawing/2014/main" id="{9F72BEB0-9B11-4205-B9FC-10E5201C8132}"/>
              </a:ext>
            </a:extLst>
          </p:cNvPr>
          <p:cNvSpPr>
            <a:spLocks noGrp="1"/>
          </p:cNvSpPr>
          <p:nvPr>
            <p:ph type="body" sz="quarter" idx="28" hasCustomPrompt="1"/>
          </p:nvPr>
        </p:nvSpPr>
        <p:spPr>
          <a:xfrm>
            <a:off x="7221784" y="4917263"/>
            <a:ext cx="2251562" cy="795563"/>
          </a:xfrm>
          <a:prstGeom prst="rect">
            <a:avLst/>
          </a:prstGeom>
        </p:spPr>
        <p:txBody>
          <a:bodyPr anchor="t"/>
          <a:lstStyle>
            <a:lvl1pPr marL="0" indent="0" algn="ctr">
              <a:lnSpc>
                <a:spcPct val="114000"/>
              </a:lnSpc>
              <a:spcBef>
                <a:spcPts val="0"/>
              </a:spcBef>
              <a:buNone/>
              <a:defRPr sz="1400" spc="50" baseline="0">
                <a:solidFill>
                  <a:schemeClr val="accent4">
                    <a:lumMod val="75000"/>
                  </a:schemeClr>
                </a:solidFill>
              </a:defRPr>
            </a:lvl1pPr>
          </a:lstStyle>
          <a:p>
            <a:pPr lvl="0"/>
            <a:r>
              <a:rPr lang="en-US" dirty="0"/>
              <a:t>Add text</a:t>
            </a:r>
          </a:p>
        </p:txBody>
      </p:sp>
      <p:cxnSp>
        <p:nvCxnSpPr>
          <p:cNvPr id="51" name="Straight Connector 50">
            <a:extLst>
              <a:ext uri="{FF2B5EF4-FFF2-40B4-BE49-F238E27FC236}">
                <a16:creationId xmlns:a16="http://schemas.microsoft.com/office/drawing/2014/main" id="{0E574CD7-C8A6-4F56-81B4-F72FB22E04DA}"/>
              </a:ext>
              <a:ext uri="{C183D7F6-B498-43B3-948B-1728B52AA6E4}">
                <adec:decorative xmlns:adec="http://schemas.microsoft.com/office/drawing/2017/decorative" val="1"/>
              </a:ext>
            </a:extLst>
          </p:cNvPr>
          <p:cNvCxnSpPr>
            <a:cxnSpLocks/>
          </p:cNvCxnSpPr>
          <p:nvPr userDrawn="1"/>
        </p:nvCxnSpPr>
        <p:spPr>
          <a:xfrm>
            <a:off x="3844715" y="3977431"/>
            <a:ext cx="0" cy="415716"/>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0FC7994-2504-4FF9-81F5-24405FEF066C}"/>
              </a:ext>
              <a:ext uri="{C183D7F6-B498-43B3-948B-1728B52AA6E4}">
                <adec:decorative xmlns:adec="http://schemas.microsoft.com/office/drawing/2017/decorative" val="1"/>
              </a:ext>
            </a:extLst>
          </p:cNvPr>
          <p:cNvCxnSpPr>
            <a:cxnSpLocks/>
          </p:cNvCxnSpPr>
          <p:nvPr userDrawn="1"/>
        </p:nvCxnSpPr>
        <p:spPr>
          <a:xfrm>
            <a:off x="8347565" y="3977431"/>
            <a:ext cx="0" cy="415716"/>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DC4F63B8-F105-4AC4-889E-C12790C8EBB9}"/>
              </a:ext>
            </a:extLst>
          </p:cNvPr>
          <p:cNvSpPr>
            <a:spLocks noGrp="1"/>
          </p:cNvSpPr>
          <p:nvPr>
            <p:ph type="dt" sz="half" idx="10"/>
          </p:nvPr>
        </p:nvSpPr>
        <p:spPr/>
        <p:txBody>
          <a:bodyPr/>
          <a:lstStyle/>
          <a:p>
            <a:fld id="{C3F60292-F3D3-4CD4-BFAE-6E107EAC5950}" type="datetime1">
              <a:rPr lang="fr-FR" smtClean="0"/>
              <a:t>15/07/2026</a:t>
            </a:fld>
            <a:endParaRPr lang="en-US" dirty="0"/>
          </a:p>
        </p:txBody>
      </p:sp>
      <p:sp>
        <p:nvSpPr>
          <p:cNvPr id="4" name="Footer Placeholder 3">
            <a:extLst>
              <a:ext uri="{FF2B5EF4-FFF2-40B4-BE49-F238E27FC236}">
                <a16:creationId xmlns:a16="http://schemas.microsoft.com/office/drawing/2014/main" id="{8C3AAE30-8A46-485A-BD2B-6ADB1856324D}"/>
              </a:ext>
            </a:extLst>
          </p:cNvPr>
          <p:cNvSpPr>
            <a:spLocks noGrp="1"/>
          </p:cNvSpPr>
          <p:nvPr>
            <p:ph type="ftr" sz="quarter" idx="11"/>
          </p:nvPr>
        </p:nvSpPr>
        <p:spPr/>
        <p:txBody>
          <a:bodyPr/>
          <a:lstStyle/>
          <a:p>
            <a:r>
              <a:rPr lang="en-US"/>
              <a:t>CA22123 EU-MACE GP3 monthly CG update</a:t>
            </a:r>
            <a:endParaRPr lang="en-US" dirty="0"/>
          </a:p>
        </p:txBody>
      </p:sp>
      <p:sp>
        <p:nvSpPr>
          <p:cNvPr id="5" name="Slide Number Placeholder 4">
            <a:extLst>
              <a:ext uri="{FF2B5EF4-FFF2-40B4-BE49-F238E27FC236}">
                <a16:creationId xmlns:a16="http://schemas.microsoft.com/office/drawing/2014/main" id="{39159F9D-CDA1-4B51-B521-C243219B8F36}"/>
              </a:ext>
            </a:extLst>
          </p:cNvPr>
          <p:cNvSpPr>
            <a:spLocks noGrp="1"/>
          </p:cNvSpPr>
          <p:nvPr>
            <p:ph type="sldNum" sz="quarter" idx="12"/>
          </p:nvPr>
        </p:nvSpPr>
        <p:spPr/>
        <p:txBody>
          <a:bodyPr/>
          <a:lstStyle/>
          <a:p>
            <a:fld id="{F91729D4-A164-47A3-830D-E792BCE699E4}" type="slidenum">
              <a:rPr lang="en-US" smtClean="0"/>
              <a:pPr/>
              <a:t>‹N°›</a:t>
            </a:fld>
            <a:endParaRPr lang="en-US" dirty="0"/>
          </a:p>
        </p:txBody>
      </p:sp>
    </p:spTree>
    <p:extLst>
      <p:ext uri="{BB962C8B-B14F-4D97-AF65-F5344CB8AC3E}">
        <p14:creationId xmlns:p14="http://schemas.microsoft.com/office/powerpoint/2010/main" val="27678376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lumn 2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648F598-64F2-429E-B3E0-FC31DC90A0D5}"/>
              </a:ext>
            </a:extLst>
          </p:cNvPr>
          <p:cNvSpPr>
            <a:spLocks noGrp="1"/>
          </p:cNvSpPr>
          <p:nvPr>
            <p:ph type="title" hasCustomPrompt="1"/>
          </p:nvPr>
        </p:nvSpPr>
        <p:spPr>
          <a:xfrm>
            <a:off x="838200" y="649956"/>
            <a:ext cx="10515600" cy="726137"/>
          </a:xfrm>
          <a:prstGeom prst="rect">
            <a:avLst/>
          </a:prstGeom>
        </p:spPr>
        <p:txBody>
          <a:bodyPr anchor="ctr"/>
          <a:lstStyle>
            <a:lvl1pPr algn="r">
              <a:defRPr sz="3200" cap="all" spc="200" baseline="0">
                <a:solidFill>
                  <a:schemeClr val="accent4"/>
                </a:solidFill>
              </a:defRPr>
            </a:lvl1pPr>
          </a:lstStyle>
          <a:p>
            <a:r>
              <a:rPr lang="en-US" dirty="0"/>
              <a:t>Click to add title</a:t>
            </a:r>
          </a:p>
        </p:txBody>
      </p:sp>
      <p:sp>
        <p:nvSpPr>
          <p:cNvPr id="2" name="Rectangle 1">
            <a:extLst>
              <a:ext uri="{FF2B5EF4-FFF2-40B4-BE49-F238E27FC236}">
                <a16:creationId xmlns:a16="http://schemas.microsoft.com/office/drawing/2014/main" id="{B7B9DAAC-E781-43E6-913C-893B8D6754F5}"/>
              </a:ext>
              <a:ext uri="{C183D7F6-B498-43B3-948B-1728B52AA6E4}">
                <adec:decorative xmlns:adec="http://schemas.microsoft.com/office/drawing/2017/decorative" val="1"/>
              </a:ext>
            </a:extLst>
          </p:cNvPr>
          <p:cNvSpPr/>
          <p:nvPr userDrawn="1"/>
        </p:nvSpPr>
        <p:spPr>
          <a:xfrm>
            <a:off x="-1" y="530240"/>
            <a:ext cx="12192001" cy="889369"/>
          </a:xfrm>
          <a:prstGeom prst="rect">
            <a:avLst/>
          </a:prstGeom>
          <a:solidFill>
            <a:schemeClr val="accent6">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14">
            <a:extLst>
              <a:ext uri="{FF2B5EF4-FFF2-40B4-BE49-F238E27FC236}">
                <a16:creationId xmlns:a16="http://schemas.microsoft.com/office/drawing/2014/main" id="{1C78864A-44CD-4C12-B023-C16330014BEB}"/>
              </a:ext>
            </a:extLst>
          </p:cNvPr>
          <p:cNvSpPr>
            <a:spLocks noGrp="1"/>
          </p:cNvSpPr>
          <p:nvPr>
            <p:ph type="body" sz="quarter" idx="13" hasCustomPrompt="1"/>
          </p:nvPr>
        </p:nvSpPr>
        <p:spPr>
          <a:xfrm>
            <a:off x="1277759" y="2063838"/>
            <a:ext cx="4626764" cy="422365"/>
          </a:xfrm>
          <a:prstGeom prst="rect">
            <a:avLst/>
          </a:prstGeom>
        </p:spPr>
        <p:txBody>
          <a:bodyPr>
            <a:normAutofit/>
          </a:bodyPr>
          <a:lstStyle>
            <a:lvl1pPr marL="0" indent="0" algn="l">
              <a:buNone/>
              <a:defRPr sz="2000" b="0" i="0" spc="200" baseline="0">
                <a:solidFill>
                  <a:schemeClr val="accent5"/>
                </a:solidFill>
              </a:defRPr>
            </a:lvl1pPr>
          </a:lstStyle>
          <a:p>
            <a:pPr lvl="0"/>
            <a:r>
              <a:rPr lang="en-US" dirty="0"/>
              <a:t>Click to add subtitle here </a:t>
            </a:r>
          </a:p>
        </p:txBody>
      </p:sp>
      <p:sp>
        <p:nvSpPr>
          <p:cNvPr id="11" name="Text Placeholder 17">
            <a:extLst>
              <a:ext uri="{FF2B5EF4-FFF2-40B4-BE49-F238E27FC236}">
                <a16:creationId xmlns:a16="http://schemas.microsoft.com/office/drawing/2014/main" id="{6D9CE0F4-78C6-4BD6-9C58-FDFC16FF09AB}"/>
              </a:ext>
            </a:extLst>
          </p:cNvPr>
          <p:cNvSpPr>
            <a:spLocks noGrp="1"/>
          </p:cNvSpPr>
          <p:nvPr>
            <p:ph type="body" sz="quarter" idx="16" hasCustomPrompt="1"/>
          </p:nvPr>
        </p:nvSpPr>
        <p:spPr>
          <a:xfrm>
            <a:off x="1277551" y="2486203"/>
            <a:ext cx="4626293" cy="3325723"/>
          </a:xfrm>
          <a:prstGeom prst="rect">
            <a:avLst/>
          </a:prstGeom>
        </p:spPr>
        <p:txBody>
          <a:bodyPr/>
          <a:lstStyle>
            <a:lvl1pPr marL="0" indent="0">
              <a:lnSpc>
                <a:spcPct val="150000"/>
              </a:lnSpc>
              <a:spcBef>
                <a:spcPts val="0"/>
              </a:spcBef>
              <a:spcAft>
                <a:spcPts val="1200"/>
              </a:spcAft>
              <a:buFont typeface="Segoe UI Light" panose="020B0502040204020203" pitchFamily="34" charset="0"/>
              <a:buNone/>
              <a:defRPr sz="1400" spc="50" baseline="0"/>
            </a:lvl1pPr>
          </a:lstStyle>
          <a:p>
            <a:pPr lvl="0"/>
            <a:r>
              <a:rPr lang="en-US" dirty="0"/>
              <a:t>Click to add text</a:t>
            </a:r>
          </a:p>
        </p:txBody>
      </p:sp>
      <p:sp>
        <p:nvSpPr>
          <p:cNvPr id="10" name="Text Placeholder 14">
            <a:extLst>
              <a:ext uri="{FF2B5EF4-FFF2-40B4-BE49-F238E27FC236}">
                <a16:creationId xmlns:a16="http://schemas.microsoft.com/office/drawing/2014/main" id="{B499BD94-B24B-4B23-9B87-81DF413EA416}"/>
              </a:ext>
            </a:extLst>
          </p:cNvPr>
          <p:cNvSpPr>
            <a:spLocks noGrp="1"/>
          </p:cNvSpPr>
          <p:nvPr>
            <p:ph type="body" sz="quarter" idx="15" hasCustomPrompt="1"/>
          </p:nvPr>
        </p:nvSpPr>
        <p:spPr>
          <a:xfrm>
            <a:off x="6351708" y="2063837"/>
            <a:ext cx="4626763" cy="422365"/>
          </a:xfrm>
          <a:prstGeom prst="rect">
            <a:avLst/>
          </a:prstGeom>
        </p:spPr>
        <p:txBody>
          <a:bodyPr>
            <a:normAutofit/>
          </a:bodyPr>
          <a:lstStyle>
            <a:lvl1pPr marL="0" indent="0" algn="l">
              <a:buNone/>
              <a:defRPr sz="2000" b="0" i="0" spc="200" baseline="0">
                <a:solidFill>
                  <a:schemeClr val="accent5"/>
                </a:solidFill>
              </a:defRPr>
            </a:lvl1pPr>
          </a:lstStyle>
          <a:p>
            <a:pPr lvl="0"/>
            <a:r>
              <a:rPr lang="en-US" dirty="0"/>
              <a:t>Click to add subtitle here </a:t>
            </a:r>
          </a:p>
        </p:txBody>
      </p:sp>
      <p:sp>
        <p:nvSpPr>
          <p:cNvPr id="12" name="Text Placeholder 17">
            <a:extLst>
              <a:ext uri="{FF2B5EF4-FFF2-40B4-BE49-F238E27FC236}">
                <a16:creationId xmlns:a16="http://schemas.microsoft.com/office/drawing/2014/main" id="{6BC5A941-8EB4-4D4B-9671-6B8FA6447ABE}"/>
              </a:ext>
            </a:extLst>
          </p:cNvPr>
          <p:cNvSpPr>
            <a:spLocks noGrp="1"/>
          </p:cNvSpPr>
          <p:nvPr>
            <p:ph type="body" sz="quarter" idx="17" hasCustomPrompt="1"/>
          </p:nvPr>
        </p:nvSpPr>
        <p:spPr>
          <a:xfrm>
            <a:off x="6352188" y="2486202"/>
            <a:ext cx="4626293" cy="3325723"/>
          </a:xfrm>
          <a:prstGeom prst="rect">
            <a:avLst/>
          </a:prstGeom>
        </p:spPr>
        <p:txBody>
          <a:bodyPr/>
          <a:lstStyle>
            <a:lvl1pPr marL="0" indent="0">
              <a:lnSpc>
                <a:spcPct val="150000"/>
              </a:lnSpc>
              <a:spcBef>
                <a:spcPts val="0"/>
              </a:spcBef>
              <a:spcAft>
                <a:spcPts val="1200"/>
              </a:spcAft>
              <a:buFont typeface="Segoe UI Light" panose="020B0502040204020203" pitchFamily="34" charset="0"/>
              <a:buNone/>
              <a:defRPr sz="1400" spc="50" baseline="0"/>
            </a:lvl1pPr>
          </a:lstStyle>
          <a:p>
            <a:pPr lvl="0"/>
            <a:r>
              <a:rPr lang="en-US" dirty="0"/>
              <a:t>Click to add text</a:t>
            </a:r>
          </a:p>
        </p:txBody>
      </p:sp>
      <p:sp>
        <p:nvSpPr>
          <p:cNvPr id="4" name="Date Placeholder 3">
            <a:extLst>
              <a:ext uri="{FF2B5EF4-FFF2-40B4-BE49-F238E27FC236}">
                <a16:creationId xmlns:a16="http://schemas.microsoft.com/office/drawing/2014/main" id="{AE4E3392-5868-4F6C-BFCC-ECCB66A3B2CC}"/>
              </a:ext>
            </a:extLst>
          </p:cNvPr>
          <p:cNvSpPr>
            <a:spLocks noGrp="1"/>
          </p:cNvSpPr>
          <p:nvPr>
            <p:ph type="dt" sz="half" idx="10"/>
          </p:nvPr>
        </p:nvSpPr>
        <p:spPr/>
        <p:txBody>
          <a:bodyPr/>
          <a:lstStyle/>
          <a:p>
            <a:fld id="{CFF52B54-B248-4217-B3E7-1D5E789352DF}" type="datetime1">
              <a:rPr lang="fr-FR" smtClean="0"/>
              <a:t>15/07/2026</a:t>
            </a:fld>
            <a:endParaRPr lang="en-US" dirty="0"/>
          </a:p>
        </p:txBody>
      </p:sp>
      <p:sp>
        <p:nvSpPr>
          <p:cNvPr id="5" name="Footer Placeholder 4">
            <a:extLst>
              <a:ext uri="{FF2B5EF4-FFF2-40B4-BE49-F238E27FC236}">
                <a16:creationId xmlns:a16="http://schemas.microsoft.com/office/drawing/2014/main" id="{DED975EE-261C-47D3-A9E5-7401C706A46E}"/>
              </a:ext>
            </a:extLst>
          </p:cNvPr>
          <p:cNvSpPr>
            <a:spLocks noGrp="1"/>
          </p:cNvSpPr>
          <p:nvPr>
            <p:ph type="ftr" sz="quarter" idx="11"/>
          </p:nvPr>
        </p:nvSpPr>
        <p:spPr/>
        <p:txBody>
          <a:bodyPr/>
          <a:lstStyle/>
          <a:p>
            <a:r>
              <a:rPr lang="en-US"/>
              <a:t>CA22123 EU-MACE GP3 monthly CG update</a:t>
            </a:r>
            <a:endParaRPr lang="en-US" dirty="0"/>
          </a:p>
        </p:txBody>
      </p:sp>
      <p:sp>
        <p:nvSpPr>
          <p:cNvPr id="6" name="Slide Number Placeholder 5">
            <a:extLst>
              <a:ext uri="{FF2B5EF4-FFF2-40B4-BE49-F238E27FC236}">
                <a16:creationId xmlns:a16="http://schemas.microsoft.com/office/drawing/2014/main" id="{C727BB3A-38A2-4A8E-88C2-55FAE758D5AC}"/>
              </a:ext>
            </a:extLst>
          </p:cNvPr>
          <p:cNvSpPr>
            <a:spLocks noGrp="1"/>
          </p:cNvSpPr>
          <p:nvPr>
            <p:ph type="sldNum" sz="quarter" idx="12"/>
          </p:nvPr>
        </p:nvSpPr>
        <p:spPr/>
        <p:txBody>
          <a:bodyPr/>
          <a:lstStyle/>
          <a:p>
            <a:fld id="{F91729D4-A164-47A3-830D-E792BCE699E4}" type="slidenum">
              <a:rPr lang="en-US" smtClean="0"/>
              <a:t>‹N°›</a:t>
            </a:fld>
            <a:endParaRPr lang="en-US" dirty="0"/>
          </a:p>
        </p:txBody>
      </p:sp>
    </p:spTree>
    <p:extLst>
      <p:ext uri="{BB962C8B-B14F-4D97-AF65-F5344CB8AC3E}">
        <p14:creationId xmlns:p14="http://schemas.microsoft.com/office/powerpoint/2010/main" val="13891792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lumn 3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B3E9C-104B-4460-A48D-0C2C5329B84B}"/>
              </a:ext>
            </a:extLst>
          </p:cNvPr>
          <p:cNvSpPr>
            <a:spLocks noGrp="1"/>
          </p:cNvSpPr>
          <p:nvPr>
            <p:ph type="title" hasCustomPrompt="1"/>
          </p:nvPr>
        </p:nvSpPr>
        <p:spPr>
          <a:xfrm>
            <a:off x="838200" y="640431"/>
            <a:ext cx="10515600" cy="726137"/>
          </a:xfrm>
          <a:prstGeom prst="rect">
            <a:avLst/>
          </a:prstGeom>
        </p:spPr>
        <p:txBody>
          <a:bodyPr anchor="ctr"/>
          <a:lstStyle>
            <a:lvl1pPr algn="r">
              <a:defRPr sz="3200" cap="all" spc="200" baseline="0">
                <a:solidFill>
                  <a:schemeClr val="accent4"/>
                </a:solidFill>
              </a:defRPr>
            </a:lvl1pPr>
          </a:lstStyle>
          <a:p>
            <a:r>
              <a:rPr lang="en-US" dirty="0"/>
              <a:t>Click to add title</a:t>
            </a:r>
          </a:p>
        </p:txBody>
      </p:sp>
      <p:sp>
        <p:nvSpPr>
          <p:cNvPr id="11" name="Rectangle 10">
            <a:extLst>
              <a:ext uri="{FF2B5EF4-FFF2-40B4-BE49-F238E27FC236}">
                <a16:creationId xmlns:a16="http://schemas.microsoft.com/office/drawing/2014/main" id="{716DDC2F-7D33-44CF-9D9F-B342720BBC65}"/>
              </a:ext>
              <a:ext uri="{C183D7F6-B498-43B3-948B-1728B52AA6E4}">
                <adec:decorative xmlns:adec="http://schemas.microsoft.com/office/drawing/2017/decorative" val="1"/>
              </a:ext>
            </a:extLst>
          </p:cNvPr>
          <p:cNvSpPr/>
          <p:nvPr userDrawn="1"/>
        </p:nvSpPr>
        <p:spPr>
          <a:xfrm>
            <a:off x="-1" y="530240"/>
            <a:ext cx="12192000" cy="889369"/>
          </a:xfrm>
          <a:prstGeom prst="rect">
            <a:avLst/>
          </a:prstGeom>
          <a:solidFill>
            <a:schemeClr val="accent6">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 Placeholder 14">
            <a:extLst>
              <a:ext uri="{FF2B5EF4-FFF2-40B4-BE49-F238E27FC236}">
                <a16:creationId xmlns:a16="http://schemas.microsoft.com/office/drawing/2014/main" id="{9A8189FC-92D4-447F-BE75-86F13BA33B6C}"/>
              </a:ext>
            </a:extLst>
          </p:cNvPr>
          <p:cNvSpPr>
            <a:spLocks noGrp="1"/>
          </p:cNvSpPr>
          <p:nvPr>
            <p:ph type="body" sz="quarter" idx="13" hasCustomPrompt="1"/>
          </p:nvPr>
        </p:nvSpPr>
        <p:spPr>
          <a:xfrm>
            <a:off x="483140" y="2063838"/>
            <a:ext cx="3515704" cy="422365"/>
          </a:xfrm>
          <a:prstGeom prst="rect">
            <a:avLst/>
          </a:prstGeom>
        </p:spPr>
        <p:txBody>
          <a:bodyPr>
            <a:noAutofit/>
          </a:bodyPr>
          <a:lstStyle>
            <a:lvl1pPr marL="0" indent="0" algn="l">
              <a:buNone/>
              <a:defRPr sz="2000" b="0" i="0" spc="200" baseline="0">
                <a:solidFill>
                  <a:schemeClr val="accent5"/>
                </a:solidFill>
              </a:defRPr>
            </a:lvl1pPr>
          </a:lstStyle>
          <a:p>
            <a:pPr lvl="0"/>
            <a:r>
              <a:rPr lang="en-US" dirty="0"/>
              <a:t>Click to add subtitle here </a:t>
            </a:r>
          </a:p>
        </p:txBody>
      </p:sp>
      <p:sp>
        <p:nvSpPr>
          <p:cNvPr id="14" name="Text Placeholder 17">
            <a:extLst>
              <a:ext uri="{FF2B5EF4-FFF2-40B4-BE49-F238E27FC236}">
                <a16:creationId xmlns:a16="http://schemas.microsoft.com/office/drawing/2014/main" id="{4FDAEC9F-05AF-4D5D-AD2C-537FF767ED6A}"/>
              </a:ext>
            </a:extLst>
          </p:cNvPr>
          <p:cNvSpPr>
            <a:spLocks noGrp="1"/>
          </p:cNvSpPr>
          <p:nvPr>
            <p:ph type="body" sz="quarter" idx="16" hasCustomPrompt="1"/>
          </p:nvPr>
        </p:nvSpPr>
        <p:spPr>
          <a:xfrm>
            <a:off x="482932" y="2523933"/>
            <a:ext cx="3515346" cy="3325723"/>
          </a:xfrm>
          <a:prstGeom prst="rect">
            <a:avLst/>
          </a:prstGeom>
        </p:spPr>
        <p:txBody>
          <a:bodyPr/>
          <a:lstStyle>
            <a:lvl1pPr marL="0" indent="0">
              <a:lnSpc>
                <a:spcPct val="150000"/>
              </a:lnSpc>
              <a:spcBef>
                <a:spcPts val="0"/>
              </a:spcBef>
              <a:spcAft>
                <a:spcPts val="1200"/>
              </a:spcAft>
              <a:buFont typeface="Segoe UI Light" panose="020B0502040204020203" pitchFamily="34" charset="0"/>
              <a:buNone/>
              <a:defRPr sz="1400" spc="50" baseline="0"/>
            </a:lvl1pPr>
          </a:lstStyle>
          <a:p>
            <a:pPr lvl="0"/>
            <a:r>
              <a:rPr lang="en-US" dirty="0"/>
              <a:t>Click to add text</a:t>
            </a:r>
          </a:p>
        </p:txBody>
      </p:sp>
      <p:sp>
        <p:nvSpPr>
          <p:cNvPr id="22" name="Text Placeholder 14">
            <a:extLst>
              <a:ext uri="{FF2B5EF4-FFF2-40B4-BE49-F238E27FC236}">
                <a16:creationId xmlns:a16="http://schemas.microsoft.com/office/drawing/2014/main" id="{2492CECA-D20C-47AF-A75A-44DFDE74D82D}"/>
              </a:ext>
            </a:extLst>
          </p:cNvPr>
          <p:cNvSpPr>
            <a:spLocks noGrp="1"/>
          </p:cNvSpPr>
          <p:nvPr>
            <p:ph type="body" sz="quarter" idx="17" hasCustomPrompt="1"/>
          </p:nvPr>
        </p:nvSpPr>
        <p:spPr>
          <a:xfrm>
            <a:off x="4329790" y="2063838"/>
            <a:ext cx="3515704" cy="422365"/>
          </a:xfrm>
          <a:prstGeom prst="rect">
            <a:avLst/>
          </a:prstGeom>
        </p:spPr>
        <p:txBody>
          <a:bodyPr>
            <a:noAutofit/>
          </a:bodyPr>
          <a:lstStyle>
            <a:lvl1pPr marL="0" indent="0" algn="l">
              <a:buNone/>
              <a:defRPr sz="2000" b="0" i="0" spc="200" baseline="0">
                <a:solidFill>
                  <a:schemeClr val="accent5"/>
                </a:solidFill>
              </a:defRPr>
            </a:lvl1pPr>
          </a:lstStyle>
          <a:p>
            <a:pPr lvl="0"/>
            <a:r>
              <a:rPr lang="en-US" dirty="0"/>
              <a:t>Click to add subtitle here </a:t>
            </a:r>
          </a:p>
        </p:txBody>
      </p:sp>
      <p:sp>
        <p:nvSpPr>
          <p:cNvPr id="23" name="Text Placeholder 17">
            <a:extLst>
              <a:ext uri="{FF2B5EF4-FFF2-40B4-BE49-F238E27FC236}">
                <a16:creationId xmlns:a16="http://schemas.microsoft.com/office/drawing/2014/main" id="{EEF915A4-555A-4718-876D-625A85FAB0C9}"/>
              </a:ext>
            </a:extLst>
          </p:cNvPr>
          <p:cNvSpPr>
            <a:spLocks noGrp="1"/>
          </p:cNvSpPr>
          <p:nvPr>
            <p:ph type="body" sz="quarter" idx="18" hasCustomPrompt="1"/>
          </p:nvPr>
        </p:nvSpPr>
        <p:spPr>
          <a:xfrm>
            <a:off x="4329582" y="2523933"/>
            <a:ext cx="3515346" cy="3325723"/>
          </a:xfrm>
          <a:prstGeom prst="rect">
            <a:avLst/>
          </a:prstGeom>
        </p:spPr>
        <p:txBody>
          <a:bodyPr/>
          <a:lstStyle>
            <a:lvl1pPr marL="0" indent="0">
              <a:lnSpc>
                <a:spcPct val="150000"/>
              </a:lnSpc>
              <a:spcBef>
                <a:spcPts val="0"/>
              </a:spcBef>
              <a:spcAft>
                <a:spcPts val="1200"/>
              </a:spcAft>
              <a:buFont typeface="Segoe UI Light" panose="020B0502040204020203" pitchFamily="34" charset="0"/>
              <a:buNone/>
              <a:defRPr sz="1400" spc="50" baseline="0"/>
            </a:lvl1pPr>
          </a:lstStyle>
          <a:p>
            <a:pPr lvl="0"/>
            <a:r>
              <a:rPr lang="en-US" dirty="0"/>
              <a:t>Click to add text</a:t>
            </a:r>
          </a:p>
        </p:txBody>
      </p:sp>
      <p:sp>
        <p:nvSpPr>
          <p:cNvPr id="26" name="Text Placeholder 14">
            <a:extLst>
              <a:ext uri="{FF2B5EF4-FFF2-40B4-BE49-F238E27FC236}">
                <a16:creationId xmlns:a16="http://schemas.microsoft.com/office/drawing/2014/main" id="{7458D237-AB82-4392-B182-AAF3694FDB1D}"/>
              </a:ext>
            </a:extLst>
          </p:cNvPr>
          <p:cNvSpPr>
            <a:spLocks noGrp="1"/>
          </p:cNvSpPr>
          <p:nvPr>
            <p:ph type="body" sz="quarter" idx="19" hasCustomPrompt="1"/>
          </p:nvPr>
        </p:nvSpPr>
        <p:spPr>
          <a:xfrm>
            <a:off x="8175874" y="2063838"/>
            <a:ext cx="3515704" cy="422365"/>
          </a:xfrm>
          <a:prstGeom prst="rect">
            <a:avLst/>
          </a:prstGeom>
        </p:spPr>
        <p:txBody>
          <a:bodyPr>
            <a:noAutofit/>
          </a:bodyPr>
          <a:lstStyle>
            <a:lvl1pPr marL="0" indent="0" algn="l">
              <a:buNone/>
              <a:defRPr sz="2000" b="0" i="0" spc="200" baseline="0">
                <a:solidFill>
                  <a:schemeClr val="accent5"/>
                </a:solidFill>
              </a:defRPr>
            </a:lvl1pPr>
          </a:lstStyle>
          <a:p>
            <a:pPr lvl="0"/>
            <a:r>
              <a:rPr lang="en-US" dirty="0"/>
              <a:t>Click to add subtitle here </a:t>
            </a:r>
          </a:p>
        </p:txBody>
      </p:sp>
      <p:sp>
        <p:nvSpPr>
          <p:cNvPr id="27" name="Text Placeholder 17">
            <a:extLst>
              <a:ext uri="{FF2B5EF4-FFF2-40B4-BE49-F238E27FC236}">
                <a16:creationId xmlns:a16="http://schemas.microsoft.com/office/drawing/2014/main" id="{AAA9CCE2-427A-46C0-A79B-0D01E8888EEB}"/>
              </a:ext>
            </a:extLst>
          </p:cNvPr>
          <p:cNvSpPr>
            <a:spLocks noGrp="1"/>
          </p:cNvSpPr>
          <p:nvPr>
            <p:ph type="body" sz="quarter" idx="20" hasCustomPrompt="1"/>
          </p:nvPr>
        </p:nvSpPr>
        <p:spPr>
          <a:xfrm>
            <a:off x="8175666" y="2523933"/>
            <a:ext cx="3515346" cy="3325723"/>
          </a:xfrm>
          <a:prstGeom prst="rect">
            <a:avLst/>
          </a:prstGeom>
        </p:spPr>
        <p:txBody>
          <a:bodyPr/>
          <a:lstStyle>
            <a:lvl1pPr marL="0" indent="0">
              <a:lnSpc>
                <a:spcPct val="150000"/>
              </a:lnSpc>
              <a:spcBef>
                <a:spcPts val="0"/>
              </a:spcBef>
              <a:spcAft>
                <a:spcPts val="1200"/>
              </a:spcAft>
              <a:buFont typeface="Segoe UI Light" panose="020B0502040204020203" pitchFamily="34" charset="0"/>
              <a:buNone/>
              <a:defRPr sz="1400" spc="50" baseline="0"/>
            </a:lvl1pPr>
          </a:lstStyle>
          <a:p>
            <a:pPr lvl="0"/>
            <a:r>
              <a:rPr lang="en-US" dirty="0"/>
              <a:t>Click to add text</a:t>
            </a:r>
          </a:p>
        </p:txBody>
      </p:sp>
      <p:sp>
        <p:nvSpPr>
          <p:cNvPr id="4" name="Date Placeholder 3">
            <a:extLst>
              <a:ext uri="{FF2B5EF4-FFF2-40B4-BE49-F238E27FC236}">
                <a16:creationId xmlns:a16="http://schemas.microsoft.com/office/drawing/2014/main" id="{235A30FE-146C-418D-B68F-9EBB829D029E}"/>
              </a:ext>
            </a:extLst>
          </p:cNvPr>
          <p:cNvSpPr>
            <a:spLocks noGrp="1"/>
          </p:cNvSpPr>
          <p:nvPr>
            <p:ph type="dt" sz="half" idx="10"/>
          </p:nvPr>
        </p:nvSpPr>
        <p:spPr/>
        <p:txBody>
          <a:bodyPr/>
          <a:lstStyle/>
          <a:p>
            <a:fld id="{7F8B05C1-919A-48E0-B9C1-5DDEFCB61858}" type="datetime1">
              <a:rPr lang="fr-FR" smtClean="0"/>
              <a:t>15/07/2026</a:t>
            </a:fld>
            <a:endParaRPr lang="en-US" dirty="0"/>
          </a:p>
        </p:txBody>
      </p:sp>
      <p:sp>
        <p:nvSpPr>
          <p:cNvPr id="5" name="Footer Placeholder 4">
            <a:extLst>
              <a:ext uri="{FF2B5EF4-FFF2-40B4-BE49-F238E27FC236}">
                <a16:creationId xmlns:a16="http://schemas.microsoft.com/office/drawing/2014/main" id="{B6BCBBE8-05C6-4946-80F5-DE319A6FCE8D}"/>
              </a:ext>
            </a:extLst>
          </p:cNvPr>
          <p:cNvSpPr>
            <a:spLocks noGrp="1"/>
          </p:cNvSpPr>
          <p:nvPr>
            <p:ph type="ftr" sz="quarter" idx="11"/>
          </p:nvPr>
        </p:nvSpPr>
        <p:spPr/>
        <p:txBody>
          <a:bodyPr/>
          <a:lstStyle/>
          <a:p>
            <a:r>
              <a:rPr lang="en-US"/>
              <a:t>CA22123 EU-MACE GP3 monthly CG update</a:t>
            </a:r>
            <a:endParaRPr lang="en-US" dirty="0"/>
          </a:p>
        </p:txBody>
      </p:sp>
      <p:sp>
        <p:nvSpPr>
          <p:cNvPr id="6" name="Slide Number Placeholder 5">
            <a:extLst>
              <a:ext uri="{FF2B5EF4-FFF2-40B4-BE49-F238E27FC236}">
                <a16:creationId xmlns:a16="http://schemas.microsoft.com/office/drawing/2014/main" id="{722839E0-080F-4A5D-99FB-FD1917E7F5BF}"/>
              </a:ext>
            </a:extLst>
          </p:cNvPr>
          <p:cNvSpPr>
            <a:spLocks noGrp="1"/>
          </p:cNvSpPr>
          <p:nvPr>
            <p:ph type="sldNum" sz="quarter" idx="12"/>
          </p:nvPr>
        </p:nvSpPr>
        <p:spPr/>
        <p:txBody>
          <a:bodyPr/>
          <a:lstStyle/>
          <a:p>
            <a:fld id="{F91729D4-A164-47A3-830D-E792BCE699E4}" type="slidenum">
              <a:rPr lang="en-US" smtClean="0"/>
              <a:t>‹N°›</a:t>
            </a:fld>
            <a:endParaRPr lang="en-US" dirty="0"/>
          </a:p>
        </p:txBody>
      </p:sp>
    </p:spTree>
    <p:extLst>
      <p:ext uri="{BB962C8B-B14F-4D97-AF65-F5344CB8AC3E}">
        <p14:creationId xmlns:p14="http://schemas.microsoft.com/office/powerpoint/2010/main" val="3077888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C65D0-3E91-45C0-BC6C-CC7BFE58B0B9}"/>
              </a:ext>
            </a:extLst>
          </p:cNvPr>
          <p:cNvSpPr>
            <a:spLocks noGrp="1"/>
          </p:cNvSpPr>
          <p:nvPr>
            <p:ph type="title" hasCustomPrompt="1"/>
          </p:nvPr>
        </p:nvSpPr>
        <p:spPr>
          <a:xfrm>
            <a:off x="1574800" y="3429000"/>
            <a:ext cx="3097320" cy="978408"/>
          </a:xfrm>
          <a:prstGeom prst="rect">
            <a:avLst/>
          </a:prstGeom>
        </p:spPr>
        <p:txBody>
          <a:bodyPr anchor="ctr"/>
          <a:lstStyle>
            <a:lvl1pPr algn="l">
              <a:defRPr sz="3200" cap="all" spc="200" baseline="0">
                <a:solidFill>
                  <a:schemeClr val="accent4"/>
                </a:solidFill>
              </a:defRPr>
            </a:lvl1pPr>
          </a:lstStyle>
          <a:p>
            <a:r>
              <a:rPr lang="en-US" dirty="0"/>
              <a:t>Click to add title</a:t>
            </a:r>
          </a:p>
        </p:txBody>
      </p:sp>
      <p:sp>
        <p:nvSpPr>
          <p:cNvPr id="6" name="Picture Placeholder 5">
            <a:extLst>
              <a:ext uri="{FF2B5EF4-FFF2-40B4-BE49-F238E27FC236}">
                <a16:creationId xmlns:a16="http://schemas.microsoft.com/office/drawing/2014/main" id="{09651A5D-2C86-4900-A248-8559E39BDAC9}"/>
              </a:ext>
            </a:extLst>
          </p:cNvPr>
          <p:cNvSpPr>
            <a:spLocks noGrp="1"/>
          </p:cNvSpPr>
          <p:nvPr>
            <p:ph type="pic" sz="quarter" idx="13" hasCustomPrompt="1"/>
          </p:nvPr>
        </p:nvSpPr>
        <p:spPr>
          <a:xfrm>
            <a:off x="0" y="0"/>
            <a:ext cx="12192000" cy="2051050"/>
          </a:xfrm>
          <a:prstGeom prst="rect">
            <a:avLst/>
          </a:prstGeom>
        </p:spPr>
        <p:txBody>
          <a:bodyPr/>
          <a:lstStyle>
            <a:lvl1pPr marL="0" indent="0" algn="ctr">
              <a:buNone/>
              <a:defRPr spc="400" baseline="0"/>
            </a:lvl1pPr>
          </a:lstStyle>
          <a:p>
            <a:r>
              <a:rPr lang="en-US" dirty="0"/>
              <a:t>Click to add photo</a:t>
            </a:r>
          </a:p>
        </p:txBody>
      </p:sp>
      <p:sp>
        <p:nvSpPr>
          <p:cNvPr id="9" name="Text Placeholder 11">
            <a:extLst>
              <a:ext uri="{FF2B5EF4-FFF2-40B4-BE49-F238E27FC236}">
                <a16:creationId xmlns:a16="http://schemas.microsoft.com/office/drawing/2014/main" id="{D5F84479-AB5A-4587-BAAF-A05E52224B46}"/>
              </a:ext>
            </a:extLst>
          </p:cNvPr>
          <p:cNvSpPr>
            <a:spLocks noGrp="1"/>
          </p:cNvSpPr>
          <p:nvPr>
            <p:ph type="body" sz="quarter" idx="16" hasCustomPrompt="1"/>
          </p:nvPr>
        </p:nvSpPr>
        <p:spPr>
          <a:xfrm>
            <a:off x="6235700" y="2854660"/>
            <a:ext cx="4749800" cy="2129971"/>
          </a:xfrm>
          <a:prstGeom prst="rect">
            <a:avLst/>
          </a:prstGeom>
        </p:spPr>
        <p:txBody>
          <a:bodyPr/>
          <a:lstStyle>
            <a:lvl1pPr marL="0" indent="0" algn="l">
              <a:lnSpc>
                <a:spcPct val="150000"/>
              </a:lnSpc>
              <a:spcBef>
                <a:spcPts val="0"/>
              </a:spcBef>
              <a:buNone/>
              <a:defRPr sz="1400" cap="none" spc="50" baseline="0">
                <a:latin typeface="+mn-lt"/>
              </a:defRPr>
            </a:lvl1pPr>
          </a:lstStyle>
          <a:p>
            <a:pPr lvl="0"/>
            <a:r>
              <a:rPr lang="en-US" dirty="0"/>
              <a:t>Click to add text</a:t>
            </a:r>
          </a:p>
        </p:txBody>
      </p:sp>
      <p:sp>
        <p:nvSpPr>
          <p:cNvPr id="7" name="Picture Placeholder 5">
            <a:extLst>
              <a:ext uri="{FF2B5EF4-FFF2-40B4-BE49-F238E27FC236}">
                <a16:creationId xmlns:a16="http://schemas.microsoft.com/office/drawing/2014/main" id="{3D8D3253-3A08-4F2F-B6B3-607BBC6B33D7}"/>
              </a:ext>
            </a:extLst>
          </p:cNvPr>
          <p:cNvSpPr>
            <a:spLocks noGrp="1"/>
          </p:cNvSpPr>
          <p:nvPr>
            <p:ph type="pic" sz="quarter" idx="14" hasCustomPrompt="1"/>
          </p:nvPr>
        </p:nvSpPr>
        <p:spPr>
          <a:xfrm>
            <a:off x="0" y="5788241"/>
            <a:ext cx="12192000" cy="1069760"/>
          </a:xfrm>
          <a:prstGeom prst="rect">
            <a:avLst/>
          </a:prstGeom>
        </p:spPr>
        <p:txBody>
          <a:bodyPr/>
          <a:lstStyle>
            <a:lvl1pPr marL="0" indent="0" algn="ctr">
              <a:buNone/>
              <a:defRPr spc="400" baseline="0"/>
            </a:lvl1pPr>
          </a:lstStyle>
          <a:p>
            <a:r>
              <a:rPr lang="en-US" dirty="0"/>
              <a:t>Click to add photo</a:t>
            </a:r>
          </a:p>
        </p:txBody>
      </p:sp>
      <p:sp>
        <p:nvSpPr>
          <p:cNvPr id="3" name="Date Placeholder 2">
            <a:extLst>
              <a:ext uri="{FF2B5EF4-FFF2-40B4-BE49-F238E27FC236}">
                <a16:creationId xmlns:a16="http://schemas.microsoft.com/office/drawing/2014/main" id="{92B75CEA-DDFB-4C62-B83F-6A0B86FA74F7}"/>
              </a:ext>
            </a:extLst>
          </p:cNvPr>
          <p:cNvSpPr>
            <a:spLocks noGrp="1"/>
          </p:cNvSpPr>
          <p:nvPr>
            <p:ph type="dt" sz="half" idx="10"/>
          </p:nvPr>
        </p:nvSpPr>
        <p:spPr/>
        <p:txBody>
          <a:bodyPr/>
          <a:lstStyle>
            <a:lvl1pPr>
              <a:defRPr>
                <a:solidFill>
                  <a:schemeClr val="bg1"/>
                </a:solidFill>
                <a:effectLst>
                  <a:outerShdw blurRad="38100" dist="38100" dir="2700000" algn="tl">
                    <a:srgbClr val="000000">
                      <a:alpha val="43137"/>
                    </a:srgbClr>
                  </a:outerShdw>
                </a:effectLst>
              </a:defRPr>
            </a:lvl1pPr>
          </a:lstStyle>
          <a:p>
            <a:fld id="{C8DC1974-7369-4D02-9196-395FB78FD71F}" type="datetime1">
              <a:rPr lang="fr-FR" smtClean="0"/>
              <a:t>15/07/2026</a:t>
            </a:fld>
            <a:endParaRPr lang="en-US" dirty="0"/>
          </a:p>
        </p:txBody>
      </p:sp>
      <p:sp>
        <p:nvSpPr>
          <p:cNvPr id="4" name="Footer Placeholder 3">
            <a:extLst>
              <a:ext uri="{FF2B5EF4-FFF2-40B4-BE49-F238E27FC236}">
                <a16:creationId xmlns:a16="http://schemas.microsoft.com/office/drawing/2014/main" id="{5D425E30-50C5-42DD-911D-36C0E732E337}"/>
              </a:ext>
            </a:extLst>
          </p:cNvPr>
          <p:cNvSpPr>
            <a:spLocks noGrp="1"/>
          </p:cNvSpPr>
          <p:nvPr>
            <p:ph type="ftr" sz="quarter" idx="11"/>
          </p:nvPr>
        </p:nvSpPr>
        <p:spPr/>
        <p:txBody>
          <a:bodyPr/>
          <a:lstStyle>
            <a:lvl1pPr>
              <a:defRPr>
                <a:solidFill>
                  <a:schemeClr val="bg1"/>
                </a:solidFill>
                <a:effectLst>
                  <a:outerShdw blurRad="38100" dist="38100" dir="2700000" algn="tl">
                    <a:srgbClr val="000000">
                      <a:alpha val="43137"/>
                    </a:srgbClr>
                  </a:outerShdw>
                </a:effectLst>
              </a:defRPr>
            </a:lvl1pPr>
          </a:lstStyle>
          <a:p>
            <a:r>
              <a:rPr lang="en-US"/>
              <a:t>CA22123 EU-MACE GP3 monthly CG update</a:t>
            </a:r>
            <a:endParaRPr lang="en-US" dirty="0"/>
          </a:p>
        </p:txBody>
      </p:sp>
      <p:sp>
        <p:nvSpPr>
          <p:cNvPr id="5" name="Slide Number Placeholder 4">
            <a:extLst>
              <a:ext uri="{FF2B5EF4-FFF2-40B4-BE49-F238E27FC236}">
                <a16:creationId xmlns:a16="http://schemas.microsoft.com/office/drawing/2014/main" id="{6E88C855-986C-4539-81CE-5421C8EB71F7}"/>
              </a:ext>
            </a:extLst>
          </p:cNvPr>
          <p:cNvSpPr>
            <a:spLocks noGrp="1"/>
          </p:cNvSpPr>
          <p:nvPr>
            <p:ph type="sldNum" sz="quarter" idx="12"/>
          </p:nvPr>
        </p:nvSpPr>
        <p:spPr/>
        <p:txBody>
          <a:bodyPr/>
          <a:lstStyle>
            <a:lvl1pPr>
              <a:defRPr>
                <a:solidFill>
                  <a:schemeClr val="bg1"/>
                </a:solidFill>
                <a:effectLst>
                  <a:outerShdw blurRad="38100" dist="38100" dir="2700000" algn="tl">
                    <a:srgbClr val="000000">
                      <a:alpha val="43137"/>
                    </a:srgbClr>
                  </a:outerShdw>
                </a:effectLst>
              </a:defRPr>
            </a:lvl1pPr>
          </a:lstStyle>
          <a:p>
            <a:fld id="{F91729D4-A164-47A3-830D-E792BCE699E4}" type="slidenum">
              <a:rPr lang="en-US" smtClean="0"/>
              <a:pPr/>
              <a:t>‹N°›</a:t>
            </a:fld>
            <a:endParaRPr lang="en-US" dirty="0"/>
          </a:p>
        </p:txBody>
      </p:sp>
    </p:spTree>
    <p:extLst>
      <p:ext uri="{BB962C8B-B14F-4D97-AF65-F5344CB8AC3E}">
        <p14:creationId xmlns:p14="http://schemas.microsoft.com/office/powerpoint/2010/main" val="23772393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8F63EB3-EB79-4150-A7A5-F675662724D7}"/>
              </a:ext>
            </a:extLst>
          </p:cNvPr>
          <p:cNvSpPr>
            <a:spLocks noGrp="1"/>
          </p:cNvSpPr>
          <p:nvPr>
            <p:ph type="title" hasCustomPrompt="1"/>
          </p:nvPr>
        </p:nvSpPr>
        <p:spPr>
          <a:xfrm>
            <a:off x="4073237" y="1096375"/>
            <a:ext cx="4045527" cy="1590790"/>
          </a:xfrm>
          <a:prstGeom prst="rect">
            <a:avLst/>
          </a:prstGeom>
        </p:spPr>
        <p:txBody>
          <a:bodyPr anchor="b"/>
          <a:lstStyle>
            <a:lvl1pPr>
              <a:defRPr sz="3200" cap="all" spc="200" baseline="0">
                <a:solidFill>
                  <a:schemeClr val="accent4"/>
                </a:solidFill>
              </a:defRPr>
            </a:lvl1pPr>
          </a:lstStyle>
          <a:p>
            <a:r>
              <a:rPr lang="en-US" dirty="0"/>
              <a:t>Click to add title</a:t>
            </a:r>
          </a:p>
        </p:txBody>
      </p:sp>
      <p:sp>
        <p:nvSpPr>
          <p:cNvPr id="6" name="Picture Placeholder 5">
            <a:extLst>
              <a:ext uri="{FF2B5EF4-FFF2-40B4-BE49-F238E27FC236}">
                <a16:creationId xmlns:a16="http://schemas.microsoft.com/office/drawing/2014/main" id="{289D0B50-E879-41B9-9B1B-EBB40605D1B7}"/>
              </a:ext>
            </a:extLst>
          </p:cNvPr>
          <p:cNvSpPr>
            <a:spLocks noGrp="1"/>
          </p:cNvSpPr>
          <p:nvPr>
            <p:ph type="pic" sz="quarter" idx="13" hasCustomPrompt="1"/>
          </p:nvPr>
        </p:nvSpPr>
        <p:spPr>
          <a:xfrm>
            <a:off x="0" y="951274"/>
            <a:ext cx="2743201" cy="4747564"/>
          </a:xfrm>
          <a:prstGeom prst="rect">
            <a:avLst/>
          </a:prstGeom>
        </p:spPr>
        <p:txBody>
          <a:bodyPr/>
          <a:lstStyle>
            <a:lvl1pPr marL="0" indent="0" algn="ctr">
              <a:buNone/>
              <a:defRPr spc="400" baseline="0"/>
            </a:lvl1pPr>
          </a:lstStyle>
          <a:p>
            <a:r>
              <a:rPr lang="en-US" dirty="0"/>
              <a:t>Click to add photo</a:t>
            </a:r>
          </a:p>
        </p:txBody>
      </p:sp>
      <p:sp>
        <p:nvSpPr>
          <p:cNvPr id="8" name="Text Placeholder 8">
            <a:extLst>
              <a:ext uri="{FF2B5EF4-FFF2-40B4-BE49-F238E27FC236}">
                <a16:creationId xmlns:a16="http://schemas.microsoft.com/office/drawing/2014/main" id="{EB4D3EE7-1F3B-4AAB-A04D-3162C35A1A90}"/>
              </a:ext>
            </a:extLst>
          </p:cNvPr>
          <p:cNvSpPr>
            <a:spLocks noGrp="1"/>
          </p:cNvSpPr>
          <p:nvPr>
            <p:ph type="body" sz="quarter" idx="16" hasCustomPrompt="1"/>
          </p:nvPr>
        </p:nvSpPr>
        <p:spPr>
          <a:xfrm>
            <a:off x="4107354" y="2910720"/>
            <a:ext cx="4011410" cy="2061261"/>
          </a:xfrm>
          <a:prstGeom prst="rect">
            <a:avLst/>
          </a:prstGeom>
        </p:spPr>
        <p:txBody>
          <a:bodyPr anchor="t"/>
          <a:lstStyle>
            <a:lvl1pPr marL="0" indent="0">
              <a:lnSpc>
                <a:spcPct val="200000"/>
              </a:lnSpc>
              <a:spcBef>
                <a:spcPts val="0"/>
              </a:spcBef>
              <a:buFont typeface="Segoe UI Light" panose="020B0502040204020203" pitchFamily="34" charset="0"/>
              <a:buNone/>
              <a:defRPr sz="2000" b="0" i="0" spc="200" baseline="0">
                <a:solidFill>
                  <a:schemeClr val="accent4"/>
                </a:solidFill>
              </a:defRPr>
            </a:lvl1pPr>
          </a:lstStyle>
          <a:p>
            <a:pPr lvl="0"/>
            <a:r>
              <a:rPr lang="en-US" dirty="0"/>
              <a:t>Click to add name</a:t>
            </a:r>
          </a:p>
        </p:txBody>
      </p:sp>
      <p:sp>
        <p:nvSpPr>
          <p:cNvPr id="9" name="Picture Placeholder 5">
            <a:extLst>
              <a:ext uri="{FF2B5EF4-FFF2-40B4-BE49-F238E27FC236}">
                <a16:creationId xmlns:a16="http://schemas.microsoft.com/office/drawing/2014/main" id="{2A57A12F-74B8-4CBC-816C-F2AC890D1B90}"/>
              </a:ext>
            </a:extLst>
          </p:cNvPr>
          <p:cNvSpPr>
            <a:spLocks noGrp="1"/>
          </p:cNvSpPr>
          <p:nvPr>
            <p:ph type="pic" sz="quarter" idx="17" hasCustomPrompt="1"/>
          </p:nvPr>
        </p:nvSpPr>
        <p:spPr>
          <a:xfrm>
            <a:off x="9448800" y="951274"/>
            <a:ext cx="2743200" cy="4747564"/>
          </a:xfrm>
          <a:prstGeom prst="rect">
            <a:avLst/>
          </a:prstGeom>
        </p:spPr>
        <p:txBody>
          <a:bodyPr/>
          <a:lstStyle>
            <a:lvl1pPr marL="0" indent="0" algn="ctr">
              <a:buNone/>
              <a:defRPr spc="400" baseline="0"/>
            </a:lvl1pPr>
          </a:lstStyle>
          <a:p>
            <a:r>
              <a:rPr lang="en-US" dirty="0"/>
              <a:t>Click to add photo</a:t>
            </a:r>
          </a:p>
        </p:txBody>
      </p:sp>
      <p:sp>
        <p:nvSpPr>
          <p:cNvPr id="3" name="Date Placeholder 2">
            <a:extLst>
              <a:ext uri="{FF2B5EF4-FFF2-40B4-BE49-F238E27FC236}">
                <a16:creationId xmlns:a16="http://schemas.microsoft.com/office/drawing/2014/main" id="{2A19A048-F803-428B-9A66-6DE56F4DE58E}"/>
              </a:ext>
            </a:extLst>
          </p:cNvPr>
          <p:cNvSpPr>
            <a:spLocks noGrp="1"/>
          </p:cNvSpPr>
          <p:nvPr>
            <p:ph type="dt" sz="half" idx="10"/>
          </p:nvPr>
        </p:nvSpPr>
        <p:spPr/>
        <p:txBody>
          <a:bodyPr/>
          <a:lstStyle/>
          <a:p>
            <a:fld id="{C71F54B8-22FE-4540-A353-905823080101}" type="datetime1">
              <a:rPr lang="fr-FR" smtClean="0"/>
              <a:t>15/07/2026</a:t>
            </a:fld>
            <a:endParaRPr lang="en-US" dirty="0"/>
          </a:p>
        </p:txBody>
      </p:sp>
      <p:sp>
        <p:nvSpPr>
          <p:cNvPr id="4" name="Footer Placeholder 3">
            <a:extLst>
              <a:ext uri="{FF2B5EF4-FFF2-40B4-BE49-F238E27FC236}">
                <a16:creationId xmlns:a16="http://schemas.microsoft.com/office/drawing/2014/main" id="{DB42CDA7-93A6-45DB-9062-E70E51ACB72C}"/>
              </a:ext>
            </a:extLst>
          </p:cNvPr>
          <p:cNvSpPr>
            <a:spLocks noGrp="1"/>
          </p:cNvSpPr>
          <p:nvPr>
            <p:ph type="ftr" sz="quarter" idx="11"/>
          </p:nvPr>
        </p:nvSpPr>
        <p:spPr/>
        <p:txBody>
          <a:bodyPr/>
          <a:lstStyle/>
          <a:p>
            <a:r>
              <a:rPr lang="en-US"/>
              <a:t>CA22123 EU-MACE GP3 monthly CG update</a:t>
            </a:r>
            <a:endParaRPr lang="en-US" dirty="0"/>
          </a:p>
        </p:txBody>
      </p:sp>
      <p:sp>
        <p:nvSpPr>
          <p:cNvPr id="5" name="Slide Number Placeholder 4">
            <a:extLst>
              <a:ext uri="{FF2B5EF4-FFF2-40B4-BE49-F238E27FC236}">
                <a16:creationId xmlns:a16="http://schemas.microsoft.com/office/drawing/2014/main" id="{B1F08F63-561A-455E-8ED8-20CCE58E722A}"/>
              </a:ext>
            </a:extLst>
          </p:cNvPr>
          <p:cNvSpPr>
            <a:spLocks noGrp="1"/>
          </p:cNvSpPr>
          <p:nvPr>
            <p:ph type="sldNum" sz="quarter" idx="12"/>
          </p:nvPr>
        </p:nvSpPr>
        <p:spPr/>
        <p:txBody>
          <a:bodyPr/>
          <a:lstStyle/>
          <a:p>
            <a:fld id="{F91729D4-A164-47A3-830D-E792BCE699E4}" type="slidenum">
              <a:rPr lang="en-US" smtClean="0"/>
              <a:t>‹N°›</a:t>
            </a:fld>
            <a:endParaRPr lang="en-US" dirty="0"/>
          </a:p>
        </p:txBody>
      </p:sp>
    </p:spTree>
    <p:extLst>
      <p:ext uri="{BB962C8B-B14F-4D97-AF65-F5344CB8AC3E}">
        <p14:creationId xmlns:p14="http://schemas.microsoft.com/office/powerpoint/2010/main" val="35495931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endParaRPr lang="en-US"/>
          </a:p>
        </p:txBody>
      </p:sp>
      <p:sp>
        <p:nvSpPr>
          <p:cNvPr id="3" name="Объект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p:cNvSpPr>
            <a:spLocks noGrp="1"/>
          </p:cNvSpPr>
          <p:nvPr>
            <p:ph type="dt" sz="half" idx="10"/>
          </p:nvPr>
        </p:nvSpPr>
        <p:spPr/>
        <p:txBody>
          <a:bodyPr/>
          <a:lstStyle/>
          <a:p>
            <a:fld id="{AC1329EF-7048-430C-B92F-D1679762151C}" type="datetime1">
              <a:rPr lang="fr-FR" smtClean="0"/>
              <a:t>15/07/2026</a:t>
            </a:fld>
            <a:endParaRPr lang="en-US"/>
          </a:p>
        </p:txBody>
      </p:sp>
      <p:sp>
        <p:nvSpPr>
          <p:cNvPr id="5" name="Нижний колонтитул 4"/>
          <p:cNvSpPr>
            <a:spLocks noGrp="1"/>
          </p:cNvSpPr>
          <p:nvPr>
            <p:ph type="ftr" sz="quarter" idx="11"/>
          </p:nvPr>
        </p:nvSpPr>
        <p:spPr/>
        <p:txBody>
          <a:bodyPr/>
          <a:lstStyle/>
          <a:p>
            <a:r>
              <a:rPr lang="en-US"/>
              <a:t>CA22123 EU-MACE GP3 monthly CG update</a:t>
            </a:r>
          </a:p>
        </p:txBody>
      </p:sp>
      <p:sp>
        <p:nvSpPr>
          <p:cNvPr id="6" name="Номер слайда 5"/>
          <p:cNvSpPr>
            <a:spLocks noGrp="1"/>
          </p:cNvSpPr>
          <p:nvPr>
            <p:ph type="sldNum" sz="quarter" idx="12"/>
          </p:nvPr>
        </p:nvSpPr>
        <p:spPr/>
        <p:txBody>
          <a:bodyPr/>
          <a:lstStyle/>
          <a:p>
            <a:fld id="{C9B59AD5-FFA0-49CC-8261-8ECFE68C5C4E}" type="slidenum">
              <a:rPr lang="en-US" smtClean="0"/>
              <a:t>‹N°›</a:t>
            </a:fld>
            <a:endParaRPr lang="en-US"/>
          </a:p>
        </p:txBody>
      </p:sp>
    </p:spTree>
    <p:extLst>
      <p:ext uri="{BB962C8B-B14F-4D97-AF65-F5344CB8AC3E}">
        <p14:creationId xmlns:p14="http://schemas.microsoft.com/office/powerpoint/2010/main" val="3532567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D9D2674F-48F2-4E8B-87AF-6A11CFCD4CA7}"/>
              </a:ext>
            </a:extLst>
          </p:cNvPr>
          <p:cNvSpPr>
            <a:spLocks noGrp="1"/>
          </p:cNvSpPr>
          <p:nvPr>
            <p:ph type="dt" sz="half" idx="10"/>
          </p:nvPr>
        </p:nvSpPr>
        <p:spPr/>
        <p:txBody>
          <a:bodyPr/>
          <a:lstStyle/>
          <a:p>
            <a:fld id="{A7F28588-DD78-444A-AF44-B86623A2B83B}" type="datetime1">
              <a:rPr lang="fr-FR" smtClean="0"/>
              <a:t>15/07/2026</a:t>
            </a:fld>
            <a:endParaRPr lang="fr-FR"/>
          </a:p>
        </p:txBody>
      </p:sp>
      <p:sp>
        <p:nvSpPr>
          <p:cNvPr id="3" name="Espace réservé du pied de page 2">
            <a:extLst>
              <a:ext uri="{FF2B5EF4-FFF2-40B4-BE49-F238E27FC236}">
                <a16:creationId xmlns:a16="http://schemas.microsoft.com/office/drawing/2014/main" id="{1066CF75-CBA3-4875-BF96-40210205A2B7}"/>
              </a:ext>
            </a:extLst>
          </p:cNvPr>
          <p:cNvSpPr>
            <a:spLocks noGrp="1"/>
          </p:cNvSpPr>
          <p:nvPr>
            <p:ph type="ftr" sz="quarter" idx="11"/>
          </p:nvPr>
        </p:nvSpPr>
        <p:spPr/>
        <p:txBody>
          <a:bodyPr/>
          <a:lstStyle/>
          <a:p>
            <a:r>
              <a:rPr lang="fr-FR"/>
              <a:t>CA22123 EU-MACE GP3 monthly CG update</a:t>
            </a:r>
          </a:p>
        </p:txBody>
      </p:sp>
      <p:sp>
        <p:nvSpPr>
          <p:cNvPr id="4" name="Espace réservé du numéro de diapositive 3">
            <a:extLst>
              <a:ext uri="{FF2B5EF4-FFF2-40B4-BE49-F238E27FC236}">
                <a16:creationId xmlns:a16="http://schemas.microsoft.com/office/drawing/2014/main" id="{92503D78-071D-48DD-8C3D-3D82409BF5F8}"/>
              </a:ext>
            </a:extLst>
          </p:cNvPr>
          <p:cNvSpPr>
            <a:spLocks noGrp="1"/>
          </p:cNvSpPr>
          <p:nvPr>
            <p:ph type="sldNum" sz="quarter" idx="12"/>
          </p:nvPr>
        </p:nvSpPr>
        <p:spPr/>
        <p:txBody>
          <a:bodyPr/>
          <a:lstStyle/>
          <a:p>
            <a:fld id="{D4F05A88-949C-405F-9A94-24B26D3C4D55}" type="slidenum">
              <a:rPr lang="fr-FR" smtClean="0"/>
              <a:t>‹N°›</a:t>
            </a:fld>
            <a:endParaRPr lang="fr-FR"/>
          </a:p>
        </p:txBody>
      </p:sp>
    </p:spTree>
    <p:extLst>
      <p:ext uri="{BB962C8B-B14F-4D97-AF65-F5344CB8AC3E}">
        <p14:creationId xmlns:p14="http://schemas.microsoft.com/office/powerpoint/2010/main" val="39577519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3FB4E19-B10C-43FA-AB4B-5D0396BD64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000" cap="all" spc="150" baseline="0">
                <a:solidFill>
                  <a:schemeClr val="tx1">
                    <a:tint val="75000"/>
                  </a:schemeClr>
                </a:solidFill>
              </a:defRPr>
            </a:lvl1pPr>
          </a:lstStyle>
          <a:p>
            <a:fld id="{196535E4-27BA-436A-A45B-4700FBEE545B}" type="datetime1">
              <a:rPr lang="fr-FR" smtClean="0"/>
              <a:t>15/07/2026</a:t>
            </a:fld>
            <a:endParaRPr lang="en-US" dirty="0"/>
          </a:p>
        </p:txBody>
      </p:sp>
      <p:sp>
        <p:nvSpPr>
          <p:cNvPr id="5" name="Footer Placeholder 4">
            <a:extLst>
              <a:ext uri="{FF2B5EF4-FFF2-40B4-BE49-F238E27FC236}">
                <a16:creationId xmlns:a16="http://schemas.microsoft.com/office/drawing/2014/main" id="{3E5C552B-0CAD-4920-B258-233A9F86DF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cap="all" spc="150" baseline="0">
                <a:solidFill>
                  <a:schemeClr val="tx1">
                    <a:tint val="75000"/>
                  </a:schemeClr>
                </a:solidFill>
              </a:defRPr>
            </a:lvl1pPr>
          </a:lstStyle>
          <a:p>
            <a:r>
              <a:rPr lang="en-US"/>
              <a:t>CA22123 EU-MACE GP3 monthly CG update</a:t>
            </a:r>
            <a:endParaRPr lang="en-US" dirty="0"/>
          </a:p>
        </p:txBody>
      </p:sp>
      <p:sp>
        <p:nvSpPr>
          <p:cNvPr id="6" name="Slide Number Placeholder 5">
            <a:extLst>
              <a:ext uri="{FF2B5EF4-FFF2-40B4-BE49-F238E27FC236}">
                <a16:creationId xmlns:a16="http://schemas.microsoft.com/office/drawing/2014/main" id="{CE983FFB-15A3-4B11-A130-4565577A3F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000" cap="all" spc="150" baseline="0">
                <a:solidFill>
                  <a:schemeClr val="tx1">
                    <a:tint val="75000"/>
                  </a:schemeClr>
                </a:solidFill>
              </a:defRPr>
            </a:lvl1pPr>
          </a:lstStyle>
          <a:p>
            <a:fld id="{F91729D4-A164-47A3-830D-E792BCE699E4}" type="slidenum">
              <a:rPr lang="en-US" smtClean="0"/>
              <a:pPr/>
              <a:t>‹N°›</a:t>
            </a:fld>
            <a:endParaRPr lang="en-US" dirty="0"/>
          </a:p>
        </p:txBody>
      </p:sp>
    </p:spTree>
    <p:extLst>
      <p:ext uri="{BB962C8B-B14F-4D97-AF65-F5344CB8AC3E}">
        <p14:creationId xmlns:p14="http://schemas.microsoft.com/office/powerpoint/2010/main" val="35871090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62" r:id="rId7"/>
    <p:sldLayoutId id="2147483663" r:id="rId8"/>
    <p:sldLayoutId id="2147483656" r:id="rId9"/>
    <p:sldLayoutId id="2147483657" r:id="rId10"/>
    <p:sldLayoutId id="2147483664" r:id="rId11"/>
    <p:sldLayoutId id="2147483658" r:id="rId12"/>
    <p:sldLayoutId id="2147483659" r:id="rId13"/>
    <p:sldLayoutId id="2147483660" r:id="rId14"/>
    <p:sldLayoutId id="2147483661" r:id="rId15"/>
    <p:sldLayoutId id="2147483665" r:id="rId16"/>
    <p:sldLayoutId id="2147483666" r:id="rId17"/>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hyperlink" Target="https://forms.office.com/Pages/ResponsePage.aspx?id=AbEFPv7G5UeC4cakELuVwCgJibv2FtVEiG3gZhT3YqlUMFYxS1JGVjA2TFFaM08yS0RLU1FVN0tLRC4u"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hyperlink" Target="https://forms.office.com/e/2b0DmVgyAV" TargetMode="External"/><Relationship Id="rId2" Type="http://schemas.openxmlformats.org/officeDocument/2006/relationships/notesSlide" Target="../notesSlides/notesSlide5.xml"/><Relationship Id="rId1"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hyperlink" Target="https://forms.office.com/e/2b0DmVgyAV" TargetMode="External"/><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hyperlink" Target="https://forms.office.com/e/3gArV3xVnC" TargetMode="External"/><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hyperlink" Target="https://forms.office.com/e/3gArV3xVnC" TargetMode="External"/><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3D64C50-A740-468A-8AB6-F949358D80A6}"/>
              </a:ext>
            </a:extLst>
          </p:cNvPr>
          <p:cNvSpPr>
            <a:spLocks noGrp="1"/>
          </p:cNvSpPr>
          <p:nvPr>
            <p:ph type="title"/>
          </p:nvPr>
        </p:nvSpPr>
        <p:spPr>
          <a:xfrm>
            <a:off x="941120" y="947737"/>
            <a:ext cx="5278514" cy="3219065"/>
          </a:xfrm>
        </p:spPr>
        <p:txBody>
          <a:bodyPr/>
          <a:lstStyle/>
          <a:p>
            <a:pPr algn="ctr">
              <a:spcBef>
                <a:spcPts val="1800"/>
              </a:spcBef>
            </a:pPr>
            <a:r>
              <a:rPr lang="en-US" sz="3600" b="1" dirty="0"/>
              <a:t>CA22123 EU-MACE: </a:t>
            </a:r>
            <a:br>
              <a:rPr lang="en-US" sz="3600" b="1" dirty="0"/>
            </a:br>
            <a:br>
              <a:rPr lang="en-US" sz="1800" b="1" dirty="0"/>
            </a:br>
            <a:br>
              <a:rPr lang="en-US" sz="3200" b="1" dirty="0"/>
            </a:br>
            <a:br>
              <a:rPr lang="en-US" sz="1800" b="1" dirty="0"/>
            </a:br>
            <a:r>
              <a:rPr lang="en-US" sz="3200" b="1" dirty="0"/>
              <a:t>Core Group monthly update GP3 #9</a:t>
            </a:r>
            <a:endParaRPr lang="en-US" sz="3200" dirty="0"/>
          </a:p>
        </p:txBody>
      </p:sp>
      <p:sp>
        <p:nvSpPr>
          <p:cNvPr id="5" name="Text Placeholder 4">
            <a:extLst>
              <a:ext uri="{FF2B5EF4-FFF2-40B4-BE49-F238E27FC236}">
                <a16:creationId xmlns:a16="http://schemas.microsoft.com/office/drawing/2014/main" id="{28F94A06-38B8-4C8F-ABF0-FB763704D01F}"/>
              </a:ext>
            </a:extLst>
          </p:cNvPr>
          <p:cNvSpPr>
            <a:spLocks noGrp="1"/>
          </p:cNvSpPr>
          <p:nvPr>
            <p:ph type="body" sz="quarter" idx="10"/>
          </p:nvPr>
        </p:nvSpPr>
        <p:spPr>
          <a:xfrm>
            <a:off x="685636" y="5341811"/>
            <a:ext cx="5857404" cy="1136902"/>
          </a:xfrm>
        </p:spPr>
        <p:txBody>
          <a:bodyPr/>
          <a:lstStyle/>
          <a:p>
            <a:r>
              <a:rPr lang="fr-FR" b="1" dirty="0"/>
              <a:t>Virtual</a:t>
            </a:r>
          </a:p>
          <a:p>
            <a:r>
              <a:rPr lang="fr-FR" b="1" dirty="0"/>
              <a:t>15/07/2026</a:t>
            </a:r>
            <a:endParaRPr lang="en-US" b="1" dirty="0"/>
          </a:p>
        </p:txBody>
      </p:sp>
      <p:sp>
        <p:nvSpPr>
          <p:cNvPr id="34" name="Rectangle 33">
            <a:extLst>
              <a:ext uri="{FF2B5EF4-FFF2-40B4-BE49-F238E27FC236}">
                <a16:creationId xmlns:a16="http://schemas.microsoft.com/office/drawing/2014/main" id="{106CDEB7-77E8-4351-9B76-07896E7317C0}"/>
              </a:ext>
              <a:ext uri="{C183D7F6-B498-43B3-948B-1728B52AA6E4}">
                <adec:decorative xmlns:adec="http://schemas.microsoft.com/office/drawing/2017/decorative" val="1"/>
              </a:ext>
            </a:extLst>
          </p:cNvPr>
          <p:cNvSpPr/>
          <p:nvPr/>
        </p:nvSpPr>
        <p:spPr>
          <a:xfrm>
            <a:off x="6696075" y="0"/>
            <a:ext cx="2895600"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Imag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90998" y="1898810"/>
            <a:ext cx="3200677" cy="2164268"/>
          </a:xfrm>
          <a:prstGeom prst="rect">
            <a:avLst/>
          </a:prstGeom>
        </p:spPr>
      </p:pic>
    </p:spTree>
    <p:extLst>
      <p:ext uri="{BB962C8B-B14F-4D97-AF65-F5344CB8AC3E}">
        <p14:creationId xmlns:p14="http://schemas.microsoft.com/office/powerpoint/2010/main" val="9725691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a:xfrm>
            <a:off x="5075169" y="3443967"/>
            <a:ext cx="7128000" cy="1224000"/>
          </a:xfrm>
        </p:spPr>
        <p:txBody>
          <a:bodyPr/>
          <a:lstStyle/>
          <a:p>
            <a:r>
              <a:rPr lang="fr-FR" b="1" dirty="0"/>
              <a:t>Hello!</a:t>
            </a:r>
            <a:endParaRPr lang="en-US" b="1" dirty="0"/>
          </a:p>
        </p:txBody>
      </p:sp>
      <p:sp>
        <p:nvSpPr>
          <p:cNvPr id="2" name="ZoneTexte 1"/>
          <p:cNvSpPr txBox="1"/>
          <p:nvPr/>
        </p:nvSpPr>
        <p:spPr>
          <a:xfrm>
            <a:off x="1813388" y="1998323"/>
            <a:ext cx="7972695" cy="707886"/>
          </a:xfrm>
          <a:prstGeom prst="rect">
            <a:avLst/>
          </a:prstGeom>
          <a:noFill/>
        </p:spPr>
        <p:txBody>
          <a:bodyPr wrap="none" rtlCol="0">
            <a:spAutoFit/>
          </a:bodyPr>
          <a:lstStyle/>
          <a:p>
            <a:r>
              <a:rPr lang="fr-FR" sz="4000" dirty="0" err="1">
                <a:solidFill>
                  <a:srgbClr val="FF0000"/>
                </a:solidFill>
                <a:latin typeface="Arial Black" panose="020B0A04020102020204" pitchFamily="34" charset="0"/>
              </a:rPr>
              <a:t>Today</a:t>
            </a:r>
            <a:r>
              <a:rPr lang="fr-FR" sz="4000" dirty="0">
                <a:solidFill>
                  <a:srgbClr val="FF0000"/>
                </a:solidFill>
                <a:latin typeface="Arial Black" panose="020B0A04020102020204" pitchFamily="34" charset="0"/>
              </a:rPr>
              <a:t>’ meeting </a:t>
            </a:r>
            <a:r>
              <a:rPr lang="fr-FR" sz="4000" dirty="0" err="1">
                <a:solidFill>
                  <a:srgbClr val="FF0000"/>
                </a:solidFill>
                <a:latin typeface="Arial Black" panose="020B0A04020102020204" pitchFamily="34" charset="0"/>
              </a:rPr>
              <a:t>is</a:t>
            </a:r>
            <a:r>
              <a:rPr lang="fr-FR" sz="4000" dirty="0">
                <a:solidFill>
                  <a:srgbClr val="FF0000"/>
                </a:solidFill>
                <a:latin typeface="Arial Black" panose="020B0A04020102020204" pitchFamily="34" charset="0"/>
              </a:rPr>
              <a:t> </a:t>
            </a:r>
            <a:r>
              <a:rPr lang="fr-FR" sz="4000" dirty="0" err="1">
                <a:solidFill>
                  <a:srgbClr val="FF0000"/>
                </a:solidFill>
                <a:latin typeface="Arial Black" panose="020B0A04020102020204" pitchFamily="34" charset="0"/>
              </a:rPr>
              <a:t>recorded</a:t>
            </a:r>
            <a:r>
              <a:rPr lang="fr-FR" sz="4000" dirty="0">
                <a:solidFill>
                  <a:srgbClr val="FF0000"/>
                </a:solidFill>
                <a:latin typeface="Arial Black" panose="020B0A04020102020204" pitchFamily="34" charset="0"/>
              </a:rPr>
              <a:t>!</a:t>
            </a:r>
            <a:endParaRPr lang="en-US" sz="4000" dirty="0">
              <a:solidFill>
                <a:srgbClr val="FF0000"/>
              </a:solidFill>
              <a:latin typeface="Arial Black" panose="020B0A04020102020204" pitchFamily="34" charset="0"/>
            </a:endParaRPr>
          </a:p>
        </p:txBody>
      </p:sp>
      <p:pic>
        <p:nvPicPr>
          <p:cNvPr id="4" name="Image 3">
            <a:extLst>
              <a:ext uri="{FF2B5EF4-FFF2-40B4-BE49-F238E27FC236}">
                <a16:creationId xmlns:a16="http://schemas.microsoft.com/office/drawing/2014/main" id="{0B398F9F-3F3E-4C26-A595-EBC6B2B6272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335873" y="74742"/>
            <a:ext cx="1794856" cy="1211529"/>
          </a:xfrm>
          <a:prstGeom prst="rect">
            <a:avLst/>
          </a:prstGeom>
        </p:spPr>
      </p:pic>
    </p:spTree>
    <p:extLst>
      <p:ext uri="{BB962C8B-B14F-4D97-AF65-F5344CB8AC3E}">
        <p14:creationId xmlns:p14="http://schemas.microsoft.com/office/powerpoint/2010/main" val="42543573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pied de page 4"/>
          <p:cNvSpPr>
            <a:spLocks noGrp="1"/>
          </p:cNvSpPr>
          <p:nvPr>
            <p:ph type="ftr" sz="quarter" idx="11"/>
          </p:nvPr>
        </p:nvSpPr>
        <p:spPr/>
        <p:txBody>
          <a:bodyPr/>
          <a:lstStyle/>
          <a:p>
            <a:r>
              <a:rPr lang="en-US"/>
              <a:t>CA22123 EU-MACE GP3 monthly CG update</a:t>
            </a:r>
            <a:endParaRPr lang="en-US" dirty="0"/>
          </a:p>
        </p:txBody>
      </p:sp>
      <p:sp>
        <p:nvSpPr>
          <p:cNvPr id="6" name="Espace réservé du numéro de diapositive 5"/>
          <p:cNvSpPr>
            <a:spLocks noGrp="1"/>
          </p:cNvSpPr>
          <p:nvPr>
            <p:ph type="sldNum" sz="quarter" idx="12"/>
          </p:nvPr>
        </p:nvSpPr>
        <p:spPr/>
        <p:txBody>
          <a:bodyPr/>
          <a:lstStyle/>
          <a:p>
            <a:fld id="{F91729D4-A164-47A3-830D-E792BCE699E4}" type="slidenum">
              <a:rPr lang="en-US" smtClean="0"/>
              <a:t>3</a:t>
            </a:fld>
            <a:endParaRPr lang="en-US" dirty="0"/>
          </a:p>
        </p:txBody>
      </p:sp>
      <p:sp>
        <p:nvSpPr>
          <p:cNvPr id="10" name="Espace réservé de la date 9"/>
          <p:cNvSpPr>
            <a:spLocks noGrp="1"/>
          </p:cNvSpPr>
          <p:nvPr>
            <p:ph type="dt" sz="half" idx="10"/>
          </p:nvPr>
        </p:nvSpPr>
        <p:spPr/>
        <p:txBody>
          <a:bodyPr/>
          <a:lstStyle/>
          <a:p>
            <a:fld id="{64AABD20-4C50-4737-9916-717C86575E5F}" type="datetime1">
              <a:rPr lang="fr-FR" smtClean="0"/>
              <a:t>15/07/2026</a:t>
            </a:fld>
            <a:endParaRPr lang="en-US" dirty="0"/>
          </a:p>
        </p:txBody>
      </p:sp>
      <p:sp>
        <p:nvSpPr>
          <p:cNvPr id="2" name="Rectangle 1"/>
          <p:cNvSpPr/>
          <p:nvPr/>
        </p:nvSpPr>
        <p:spPr>
          <a:xfrm>
            <a:off x="1010194" y="816416"/>
            <a:ext cx="10171611" cy="4801314"/>
          </a:xfrm>
          <a:prstGeom prst="rect">
            <a:avLst/>
          </a:prstGeom>
        </p:spPr>
        <p:txBody>
          <a:bodyPr wrap="square">
            <a:spAutoFit/>
          </a:bodyPr>
          <a:lstStyle/>
          <a:p>
            <a:r>
              <a:rPr lang="en-US" dirty="0"/>
              <a:t>0.   welcome </a:t>
            </a:r>
          </a:p>
          <a:p>
            <a:pPr lvl="1"/>
            <a:endParaRPr lang="en-US" dirty="0"/>
          </a:p>
          <a:p>
            <a:pPr marL="342900" indent="-342900">
              <a:buFont typeface="+mj-lt"/>
              <a:buAutoNum type="arabicPeriod"/>
            </a:pPr>
            <a:r>
              <a:rPr lang="en-US" dirty="0"/>
              <a:t>Update since last meeting and ongoing actions</a:t>
            </a:r>
            <a:endParaRPr lang="fr-FR" dirty="0"/>
          </a:p>
          <a:p>
            <a:pPr marL="800100" lvl="1" indent="-342900">
              <a:buFont typeface="+mj-lt"/>
              <a:buAutoNum type="alphaLcParenR"/>
            </a:pPr>
            <a:r>
              <a:rPr lang="fr-FR" dirty="0" err="1"/>
              <a:t>Conference</a:t>
            </a:r>
            <a:r>
              <a:rPr lang="fr-FR" dirty="0"/>
              <a:t> </a:t>
            </a:r>
            <a:r>
              <a:rPr lang="fr-FR" dirty="0" err="1"/>
              <a:t>grants</a:t>
            </a:r>
            <a:r>
              <a:rPr lang="fr-FR" dirty="0"/>
              <a:t>!</a:t>
            </a:r>
          </a:p>
          <a:p>
            <a:pPr marL="800100" lvl="1" indent="-342900">
              <a:buFont typeface="+mj-lt"/>
              <a:buAutoNum type="alphaLcParenR"/>
            </a:pPr>
            <a:r>
              <a:rPr lang="fr-FR" dirty="0"/>
              <a:t>Young EU-MACE</a:t>
            </a:r>
          </a:p>
          <a:p>
            <a:pPr marL="800100" lvl="1" indent="-342900">
              <a:buFont typeface="+mj-lt"/>
              <a:buAutoNum type="alphaLcParenR"/>
            </a:pPr>
            <a:r>
              <a:rPr lang="fr-FR" dirty="0"/>
              <a:t>LegacyLabs2 </a:t>
            </a:r>
            <a:r>
              <a:rPr lang="fr-FR" dirty="0" err="1"/>
              <a:t>latest</a:t>
            </a:r>
            <a:r>
              <a:rPr lang="fr-FR" dirty="0"/>
              <a:t> </a:t>
            </a:r>
            <a:r>
              <a:rPr lang="fr-FR" dirty="0" err="1"/>
              <a:t>developments</a:t>
            </a:r>
            <a:endParaRPr lang="fr-FR" dirty="0"/>
          </a:p>
          <a:p>
            <a:pPr marL="800100" lvl="1" indent="-342900">
              <a:buFont typeface="+mj-lt"/>
              <a:buAutoNum type="alphaLcParenR"/>
            </a:pPr>
            <a:r>
              <a:rPr lang="fr-FR" dirty="0"/>
              <a:t>ERASMUS+ (and </a:t>
            </a:r>
            <a:r>
              <a:rPr lang="fr-FR" dirty="0" err="1"/>
              <a:t>other</a:t>
            </a:r>
            <a:r>
              <a:rPr lang="fr-FR" dirty="0"/>
              <a:t> types of training program) building </a:t>
            </a:r>
            <a:r>
              <a:rPr lang="fr-FR" dirty="0">
                <a:sym typeface="Wingdings" panose="05000000000000000000" pitchFamily="2" charset="2"/>
              </a:rPr>
              <a:t> </a:t>
            </a:r>
            <a:r>
              <a:rPr lang="fr-FR" dirty="0" err="1">
                <a:sym typeface="Wingdings" panose="05000000000000000000" pitchFamily="2" charset="2"/>
              </a:rPr>
              <a:t>October</a:t>
            </a:r>
            <a:r>
              <a:rPr lang="fr-FR" dirty="0">
                <a:sym typeface="Wingdings" panose="05000000000000000000" pitchFamily="2" charset="2"/>
              </a:rPr>
              <a:t> meeting</a:t>
            </a:r>
            <a:endParaRPr lang="fr-FR" dirty="0"/>
          </a:p>
          <a:p>
            <a:pPr marL="800100" lvl="1" indent="-342900">
              <a:buFont typeface="+mj-lt"/>
              <a:buAutoNum type="alphaLcParenR"/>
            </a:pPr>
            <a:r>
              <a:rPr lang="fr-FR" dirty="0"/>
              <a:t>B2B MAP-</a:t>
            </a:r>
            <a:r>
              <a:rPr lang="fr-FR" dirty="0" err="1"/>
              <a:t>list</a:t>
            </a:r>
            <a:r>
              <a:rPr lang="fr-FR" dirty="0"/>
              <a:t> </a:t>
            </a:r>
          </a:p>
          <a:p>
            <a:pPr marL="800100" lvl="1" indent="-342900">
              <a:buFont typeface="+mj-lt"/>
              <a:buAutoNum type="alphaLcParenR"/>
            </a:pPr>
            <a:r>
              <a:rPr lang="fr-FR" dirty="0" err="1"/>
              <a:t>InterCost</a:t>
            </a:r>
            <a:r>
              <a:rPr lang="fr-FR" dirty="0"/>
              <a:t>-Actions </a:t>
            </a:r>
            <a:r>
              <a:rPr lang="fr-FR" dirty="0">
                <a:sym typeface="Wingdings" panose="05000000000000000000" pitchFamily="2" charset="2"/>
              </a:rPr>
              <a:t> CSA call</a:t>
            </a:r>
            <a:endParaRPr lang="fr-FR" dirty="0"/>
          </a:p>
          <a:p>
            <a:pPr marL="342900" indent="-342900">
              <a:buFont typeface="+mj-lt"/>
              <a:buAutoNum type="arabicPeriod"/>
            </a:pPr>
            <a:r>
              <a:rPr lang="fr-FR" dirty="0"/>
              <a:t>Next GP training </a:t>
            </a:r>
            <a:r>
              <a:rPr lang="fr-FR" dirty="0" err="1"/>
              <a:t>school</a:t>
            </a:r>
            <a:r>
              <a:rPr lang="fr-FR" dirty="0"/>
              <a:t> or training module?</a:t>
            </a:r>
          </a:p>
          <a:p>
            <a:pPr marL="342900" indent="-342900">
              <a:buFont typeface="+mj-lt"/>
              <a:buAutoNum type="arabicPeriod"/>
            </a:pPr>
            <a:endParaRPr lang="fr-FR" dirty="0"/>
          </a:p>
          <a:p>
            <a:pPr marL="342900" indent="-342900">
              <a:buFont typeface="+mj-lt"/>
              <a:buAutoNum type="arabicPeriod"/>
            </a:pPr>
            <a:r>
              <a:rPr lang="fr-FR" dirty="0"/>
              <a:t>Next GP = Last GP </a:t>
            </a:r>
            <a:r>
              <a:rPr lang="fr-FR" dirty="0">
                <a:sym typeface="Wingdings" panose="05000000000000000000" pitchFamily="2" charset="2"/>
              </a:rPr>
              <a:t> Final </a:t>
            </a:r>
            <a:r>
              <a:rPr lang="fr-FR" dirty="0" err="1">
                <a:sym typeface="Wingdings" panose="05000000000000000000" pitchFamily="2" charset="2"/>
              </a:rPr>
              <a:t>Conference</a:t>
            </a:r>
            <a:endParaRPr lang="fr-FR" dirty="0"/>
          </a:p>
          <a:p>
            <a:pPr lvl="1"/>
            <a:endParaRPr lang="fr-FR" dirty="0"/>
          </a:p>
          <a:p>
            <a:pPr marL="342900" indent="-342900">
              <a:buFont typeface="+mj-lt"/>
              <a:buAutoNum type="arabicPeriod"/>
            </a:pPr>
            <a:r>
              <a:rPr lang="fr-FR" dirty="0"/>
              <a:t>Workshop in </a:t>
            </a:r>
            <a:r>
              <a:rPr lang="fr-FR" dirty="0" err="1"/>
              <a:t>October</a:t>
            </a:r>
            <a:endParaRPr lang="fr-FR" dirty="0"/>
          </a:p>
          <a:p>
            <a:endParaRPr lang="fr-FR" dirty="0"/>
          </a:p>
          <a:p>
            <a:r>
              <a:rPr lang="fr-FR" dirty="0"/>
              <a:t>Next meeting dates</a:t>
            </a:r>
          </a:p>
          <a:p>
            <a:pPr marL="800100" lvl="1" indent="-342900">
              <a:buFont typeface="+mj-lt"/>
              <a:buAutoNum type="alphaLcParenR"/>
            </a:pPr>
            <a:endParaRPr lang="en-US" dirty="0"/>
          </a:p>
        </p:txBody>
      </p:sp>
      <p:sp>
        <p:nvSpPr>
          <p:cNvPr id="3" name="ZoneTexte 2">
            <a:extLst>
              <a:ext uri="{FF2B5EF4-FFF2-40B4-BE49-F238E27FC236}">
                <a16:creationId xmlns:a16="http://schemas.microsoft.com/office/drawing/2014/main" id="{3BF537DD-BCAA-4738-B848-45CB6298DBF5}"/>
              </a:ext>
            </a:extLst>
          </p:cNvPr>
          <p:cNvSpPr txBox="1"/>
          <p:nvPr/>
        </p:nvSpPr>
        <p:spPr>
          <a:xfrm>
            <a:off x="2088668" y="5725429"/>
            <a:ext cx="7626255" cy="400110"/>
          </a:xfrm>
          <a:prstGeom prst="rect">
            <a:avLst/>
          </a:prstGeom>
          <a:noFill/>
        </p:spPr>
        <p:txBody>
          <a:bodyPr wrap="none" rtlCol="0">
            <a:spAutoFit/>
          </a:bodyPr>
          <a:lstStyle/>
          <a:p>
            <a:r>
              <a:rPr lang="fr-FR" sz="2000" b="1" dirty="0"/>
              <a:t>Young EU-MACE webinar GP3 n°5: </a:t>
            </a:r>
            <a:r>
              <a:rPr lang="fr-FR" sz="2000" b="1" dirty="0">
                <a:solidFill>
                  <a:srgbClr val="FF0000"/>
                </a:solidFill>
              </a:rPr>
              <a:t>Sanna Jarl – Uppsala Univ, </a:t>
            </a:r>
            <a:r>
              <a:rPr lang="fr-FR" sz="2000" b="1" dirty="0" err="1">
                <a:solidFill>
                  <a:srgbClr val="FF0000"/>
                </a:solidFill>
              </a:rPr>
              <a:t>Sweden</a:t>
            </a:r>
            <a:endParaRPr lang="fr-FR" sz="2000" b="1" dirty="0">
              <a:solidFill>
                <a:srgbClr val="FF0000"/>
              </a:solidFill>
            </a:endParaRPr>
          </a:p>
        </p:txBody>
      </p:sp>
      <p:pic>
        <p:nvPicPr>
          <p:cNvPr id="7" name="Image 6">
            <a:extLst>
              <a:ext uri="{FF2B5EF4-FFF2-40B4-BE49-F238E27FC236}">
                <a16:creationId xmlns:a16="http://schemas.microsoft.com/office/drawing/2014/main" id="{8F30D4C0-BE3E-4B01-9068-66DE3690CA7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284377" y="0"/>
            <a:ext cx="1794856" cy="1211529"/>
          </a:xfrm>
          <a:prstGeom prst="rect">
            <a:avLst/>
          </a:prstGeom>
        </p:spPr>
      </p:pic>
    </p:spTree>
    <p:extLst>
      <p:ext uri="{BB962C8B-B14F-4D97-AF65-F5344CB8AC3E}">
        <p14:creationId xmlns:p14="http://schemas.microsoft.com/office/powerpoint/2010/main" val="20600422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a:xfrm>
            <a:off x="1656080" y="3443967"/>
            <a:ext cx="10547089" cy="1224000"/>
          </a:xfrm>
        </p:spPr>
        <p:txBody>
          <a:bodyPr/>
          <a:lstStyle/>
          <a:p>
            <a:r>
              <a:rPr lang="fr-FR" b="1" dirty="0"/>
              <a:t>Update </a:t>
            </a:r>
            <a:r>
              <a:rPr lang="fr-FR" b="1" dirty="0" err="1"/>
              <a:t>since</a:t>
            </a:r>
            <a:r>
              <a:rPr lang="fr-FR" b="1" dirty="0"/>
              <a:t> last meeting</a:t>
            </a:r>
            <a:endParaRPr lang="en-US" b="1" dirty="0"/>
          </a:p>
        </p:txBody>
      </p:sp>
    </p:spTree>
    <p:extLst>
      <p:ext uri="{BB962C8B-B14F-4D97-AF65-F5344CB8AC3E}">
        <p14:creationId xmlns:p14="http://schemas.microsoft.com/office/powerpoint/2010/main" val="5059939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a:extLst>
              <a:ext uri="{FF2B5EF4-FFF2-40B4-BE49-F238E27FC236}">
                <a16:creationId xmlns:a16="http://schemas.microsoft.com/office/drawing/2014/main" id="{432416A3-39EF-4CBE-943D-C79C22FDDC46}"/>
              </a:ext>
            </a:extLst>
          </p:cNvPr>
          <p:cNvSpPr>
            <a:spLocks noGrp="1"/>
          </p:cNvSpPr>
          <p:nvPr>
            <p:ph type="title"/>
          </p:nvPr>
        </p:nvSpPr>
        <p:spPr>
          <a:xfrm>
            <a:off x="838200" y="649956"/>
            <a:ext cx="10515600" cy="726137"/>
          </a:xfrm>
        </p:spPr>
        <p:txBody>
          <a:bodyPr/>
          <a:lstStyle/>
          <a:p>
            <a:r>
              <a:rPr lang="en-US" sz="2800" dirty="0"/>
              <a:t>Conference &amp; </a:t>
            </a:r>
            <a:r>
              <a:rPr lang="en-US" sz="2800" dirty="0" err="1"/>
              <a:t>stsm</a:t>
            </a:r>
            <a:r>
              <a:rPr lang="en-US" sz="2800" dirty="0"/>
              <a:t> grants open </a:t>
            </a:r>
          </a:p>
        </p:txBody>
      </p:sp>
      <p:sp>
        <p:nvSpPr>
          <p:cNvPr id="6" name="Espace réservé du pied de page 5"/>
          <p:cNvSpPr>
            <a:spLocks noGrp="1"/>
          </p:cNvSpPr>
          <p:nvPr>
            <p:ph type="ftr" sz="quarter" idx="11"/>
          </p:nvPr>
        </p:nvSpPr>
        <p:spPr/>
        <p:txBody>
          <a:bodyPr/>
          <a:lstStyle/>
          <a:p>
            <a:r>
              <a:rPr lang="en-US"/>
              <a:t>CA22123 EU-MACE GP3 monthly CG update</a:t>
            </a:r>
            <a:endParaRPr lang="en-US" dirty="0"/>
          </a:p>
        </p:txBody>
      </p:sp>
      <p:sp>
        <p:nvSpPr>
          <p:cNvPr id="7" name="Espace réservé du numéro de diapositive 6"/>
          <p:cNvSpPr>
            <a:spLocks noGrp="1"/>
          </p:cNvSpPr>
          <p:nvPr>
            <p:ph type="sldNum" sz="quarter" idx="12"/>
          </p:nvPr>
        </p:nvSpPr>
        <p:spPr/>
        <p:txBody>
          <a:bodyPr/>
          <a:lstStyle/>
          <a:p>
            <a:fld id="{F91729D4-A164-47A3-830D-E792BCE699E4}" type="slidenum">
              <a:rPr lang="en-US" smtClean="0"/>
              <a:t>5</a:t>
            </a:fld>
            <a:endParaRPr lang="en-US" dirty="0"/>
          </a:p>
        </p:txBody>
      </p:sp>
      <p:sp>
        <p:nvSpPr>
          <p:cNvPr id="8" name="Espace réservé de la date 7"/>
          <p:cNvSpPr>
            <a:spLocks noGrp="1"/>
          </p:cNvSpPr>
          <p:nvPr>
            <p:ph type="dt" sz="half" idx="10"/>
          </p:nvPr>
        </p:nvSpPr>
        <p:spPr/>
        <p:txBody>
          <a:bodyPr/>
          <a:lstStyle/>
          <a:p>
            <a:fld id="{09212924-EFFF-4745-9CE1-D2F0DE8FBB57}" type="datetime1">
              <a:rPr lang="fr-FR" smtClean="0"/>
              <a:t>15/07/2026</a:t>
            </a:fld>
            <a:endParaRPr lang="en-US" dirty="0"/>
          </a:p>
        </p:txBody>
      </p:sp>
      <p:sp>
        <p:nvSpPr>
          <p:cNvPr id="2" name="ZoneTexte 1">
            <a:extLst>
              <a:ext uri="{FF2B5EF4-FFF2-40B4-BE49-F238E27FC236}">
                <a16:creationId xmlns:a16="http://schemas.microsoft.com/office/drawing/2014/main" id="{3DBDEFA4-420E-4CA4-97B3-376444E90896}"/>
              </a:ext>
            </a:extLst>
          </p:cNvPr>
          <p:cNvSpPr txBox="1"/>
          <p:nvPr/>
        </p:nvSpPr>
        <p:spPr>
          <a:xfrm>
            <a:off x="365289" y="1460599"/>
            <a:ext cx="11461421" cy="4801314"/>
          </a:xfrm>
          <a:prstGeom prst="rect">
            <a:avLst/>
          </a:prstGeom>
          <a:noFill/>
        </p:spPr>
        <p:txBody>
          <a:bodyPr wrap="square" rtlCol="0">
            <a:spAutoFit/>
          </a:bodyPr>
          <a:lstStyle/>
          <a:p>
            <a:pPr marL="285750" indent="-285750">
              <a:buFont typeface="Arial" panose="020B0604020202020204" pitchFamily="34" charset="0"/>
              <a:buChar char="•"/>
            </a:pPr>
            <a:r>
              <a:rPr lang="fr-FR" dirty="0" err="1"/>
              <a:t>Conference</a:t>
            </a:r>
            <a:r>
              <a:rPr lang="fr-FR" dirty="0"/>
              <a:t> </a:t>
            </a:r>
            <a:r>
              <a:rPr lang="fr-FR" dirty="0" err="1"/>
              <a:t>grants</a:t>
            </a:r>
            <a:r>
              <a:rPr lang="fr-FR" dirty="0"/>
              <a:t> </a:t>
            </a:r>
            <a:r>
              <a:rPr lang="fr-FR" dirty="0" err="1"/>
              <a:t>announced</a:t>
            </a:r>
            <a:r>
              <a:rPr lang="fr-FR" dirty="0"/>
              <a:t> on </a:t>
            </a:r>
            <a:r>
              <a:rPr lang="fr-FR" dirty="0" err="1"/>
              <a:t>website</a:t>
            </a:r>
            <a:r>
              <a:rPr lang="fr-FR" dirty="0"/>
              <a:t> &amp; LinkedIn </a:t>
            </a:r>
            <a:r>
              <a:rPr lang="fr-FR" dirty="0" err="1"/>
              <a:t>with</a:t>
            </a:r>
            <a:r>
              <a:rPr lang="fr-FR" dirty="0"/>
              <a:t> </a:t>
            </a:r>
            <a:r>
              <a:rPr lang="fr-FR" dirty="0" err="1"/>
              <a:t>priority</a:t>
            </a:r>
            <a:r>
              <a:rPr lang="fr-FR" dirty="0"/>
              <a:t> </a:t>
            </a:r>
            <a:r>
              <a:rPr lang="fr-FR" dirty="0" err="1"/>
              <a:t>conference</a:t>
            </a:r>
            <a:r>
              <a:rPr lang="fr-FR" dirty="0"/>
              <a:t> </a:t>
            </a:r>
            <a:r>
              <a:rPr lang="fr-FR" dirty="0" err="1"/>
              <a:t>selection</a:t>
            </a:r>
            <a:endParaRPr lang="fr-FR" dirty="0"/>
          </a:p>
          <a:p>
            <a:pPr marL="742950" lvl="1" indent="-285750">
              <a:buFont typeface="Arial" panose="020B0604020202020204" pitchFamily="34" charset="0"/>
              <a:buChar char="•"/>
            </a:pPr>
            <a:r>
              <a:rPr lang="fr-FR" dirty="0"/>
              <a:t>NuMat2026 (Sept 21-24, Canada) – </a:t>
            </a:r>
            <a:r>
              <a:rPr lang="fr-FR" b="1" dirty="0">
                <a:solidFill>
                  <a:srgbClr val="FF0000"/>
                </a:solidFill>
              </a:rPr>
              <a:t>1 </a:t>
            </a:r>
            <a:r>
              <a:rPr lang="fr-FR" b="1" dirty="0" err="1">
                <a:solidFill>
                  <a:srgbClr val="FF0000"/>
                </a:solidFill>
              </a:rPr>
              <a:t>disseminination</a:t>
            </a:r>
            <a:r>
              <a:rPr lang="fr-FR" b="1" dirty="0">
                <a:solidFill>
                  <a:srgbClr val="FF0000"/>
                </a:solidFill>
              </a:rPr>
              <a:t> CG </a:t>
            </a:r>
            <a:r>
              <a:rPr lang="fr-FR" b="1" dirty="0" err="1">
                <a:solidFill>
                  <a:srgbClr val="FF0000"/>
                </a:solidFill>
              </a:rPr>
              <a:t>only</a:t>
            </a:r>
            <a:r>
              <a:rPr lang="fr-FR" b="1" dirty="0">
                <a:solidFill>
                  <a:srgbClr val="FF0000"/>
                </a:solidFill>
              </a:rPr>
              <a:t>  </a:t>
            </a:r>
          </a:p>
          <a:p>
            <a:pPr marL="742950" lvl="1" indent="-285750">
              <a:buFont typeface="Arial" panose="020B0604020202020204" pitchFamily="34" charset="0"/>
              <a:buChar char="•"/>
            </a:pPr>
            <a:r>
              <a:rPr lang="fr-FR" dirty="0"/>
              <a:t>MSE2026 (Sept 29 – </a:t>
            </a:r>
            <a:r>
              <a:rPr lang="fr-FR" dirty="0" err="1"/>
              <a:t>Oct</a:t>
            </a:r>
            <a:r>
              <a:rPr lang="fr-FR" dirty="0"/>
              <a:t> 1, Darmstadt) </a:t>
            </a:r>
            <a:r>
              <a:rPr lang="fr-FR" dirty="0">
                <a:sym typeface="Wingdings" panose="05000000000000000000" pitchFamily="2" charset="2"/>
              </a:rPr>
              <a:t> </a:t>
            </a:r>
            <a:r>
              <a:rPr lang="fr-FR" b="1" dirty="0">
                <a:solidFill>
                  <a:srgbClr val="FF0000"/>
                </a:solidFill>
                <a:sym typeface="Wingdings" panose="05000000000000000000" pitchFamily="2" charset="2"/>
              </a:rPr>
              <a:t>3 + 1 YRIG </a:t>
            </a:r>
            <a:r>
              <a:rPr lang="fr-FR" b="1" dirty="0" err="1">
                <a:solidFill>
                  <a:srgbClr val="FF0000"/>
                </a:solidFill>
                <a:sym typeface="Wingdings" panose="05000000000000000000" pitchFamily="2" charset="2"/>
              </a:rPr>
              <a:t>granted</a:t>
            </a:r>
            <a:endParaRPr lang="fr-FR" b="1" dirty="0">
              <a:solidFill>
                <a:srgbClr val="FF0000"/>
              </a:solidFill>
            </a:endParaRPr>
          </a:p>
          <a:p>
            <a:pPr marL="742950" lvl="1" indent="-285750">
              <a:buFont typeface="Arial" panose="020B0604020202020204" pitchFamily="34" charset="0"/>
              <a:buChar char="•"/>
            </a:pPr>
            <a:r>
              <a:rPr lang="fr-FR" dirty="0"/>
              <a:t>AI4AM (May 19-21, Madrid) </a:t>
            </a:r>
            <a:r>
              <a:rPr lang="fr-FR" dirty="0">
                <a:sym typeface="Wingdings" panose="05000000000000000000" pitchFamily="2" charset="2"/>
              </a:rPr>
              <a:t> </a:t>
            </a:r>
            <a:r>
              <a:rPr lang="fr-FR" b="1" dirty="0">
                <a:solidFill>
                  <a:srgbClr val="FF0000"/>
                </a:solidFill>
                <a:sym typeface="Wingdings" panose="05000000000000000000" pitchFamily="2" charset="2"/>
              </a:rPr>
              <a:t>1 YRIG </a:t>
            </a:r>
            <a:r>
              <a:rPr lang="fr-FR" b="1" dirty="0" err="1">
                <a:solidFill>
                  <a:srgbClr val="FF0000"/>
                </a:solidFill>
                <a:sym typeface="Wingdings" panose="05000000000000000000" pitchFamily="2" charset="2"/>
              </a:rPr>
              <a:t>granted</a:t>
            </a:r>
            <a:endParaRPr lang="fr-FR" b="1" dirty="0">
              <a:solidFill>
                <a:srgbClr val="FF0000"/>
              </a:solidFill>
            </a:endParaRPr>
          </a:p>
          <a:p>
            <a:pPr marL="742950" lvl="1" indent="-285750">
              <a:buFont typeface="Arial" panose="020B0604020202020204" pitchFamily="34" charset="0"/>
              <a:buChar char="•"/>
            </a:pPr>
            <a:r>
              <a:rPr lang="fr-FR" dirty="0"/>
              <a:t>ECT (Sept 14-18, Edinburg) </a:t>
            </a:r>
            <a:r>
              <a:rPr lang="fr-FR" dirty="0">
                <a:sym typeface="Wingdings" panose="05000000000000000000" pitchFamily="2" charset="2"/>
              </a:rPr>
              <a:t> </a:t>
            </a:r>
            <a:r>
              <a:rPr lang="fr-FR" b="1" dirty="0">
                <a:solidFill>
                  <a:srgbClr val="FF0000"/>
                </a:solidFill>
                <a:sym typeface="Wingdings" panose="05000000000000000000" pitchFamily="2" charset="2"/>
              </a:rPr>
              <a:t>2 </a:t>
            </a:r>
            <a:r>
              <a:rPr lang="fr-FR" b="1" dirty="0" err="1">
                <a:solidFill>
                  <a:srgbClr val="FF0000"/>
                </a:solidFill>
                <a:sym typeface="Wingdings" panose="05000000000000000000" pitchFamily="2" charset="2"/>
              </a:rPr>
              <a:t>submissions</a:t>
            </a:r>
            <a:r>
              <a:rPr lang="fr-FR" b="1" dirty="0">
                <a:solidFill>
                  <a:srgbClr val="FF0000"/>
                </a:solidFill>
                <a:sym typeface="Wingdings" panose="05000000000000000000" pitchFamily="2" charset="2"/>
              </a:rPr>
              <a:t> </a:t>
            </a:r>
            <a:r>
              <a:rPr lang="fr-FR" b="1" dirty="0" err="1">
                <a:solidFill>
                  <a:srgbClr val="FF0000"/>
                </a:solidFill>
                <a:sym typeface="Wingdings" panose="05000000000000000000" pitchFamily="2" charset="2"/>
              </a:rPr>
              <a:t>only</a:t>
            </a:r>
            <a:r>
              <a:rPr lang="fr-FR" b="1" dirty="0">
                <a:solidFill>
                  <a:srgbClr val="FF0000"/>
                </a:solidFill>
                <a:sym typeface="Wingdings" panose="05000000000000000000" pitchFamily="2" charset="2"/>
              </a:rPr>
              <a:t> … (1 </a:t>
            </a:r>
            <a:r>
              <a:rPr lang="fr-FR" b="1" dirty="0" err="1">
                <a:solidFill>
                  <a:srgbClr val="FF0000"/>
                </a:solidFill>
                <a:sym typeface="Wingdings" panose="05000000000000000000" pitchFamily="2" charset="2"/>
              </a:rPr>
              <a:t>rejected</a:t>
            </a:r>
            <a:r>
              <a:rPr lang="fr-FR" b="1" dirty="0">
                <a:solidFill>
                  <a:srgbClr val="FF0000"/>
                </a:solidFill>
                <a:sym typeface="Wingdings" panose="05000000000000000000" pitchFamily="2" charset="2"/>
              </a:rPr>
              <a:t>)</a:t>
            </a:r>
            <a:endParaRPr lang="fr-FR" b="1" dirty="0">
              <a:solidFill>
                <a:srgbClr val="FF0000"/>
              </a:solidFill>
            </a:endParaRPr>
          </a:p>
          <a:p>
            <a:pPr marL="742950" lvl="1" indent="-285750">
              <a:buFont typeface="Arial" panose="020B0604020202020204" pitchFamily="34" charset="0"/>
              <a:buChar char="•"/>
            </a:pPr>
            <a:r>
              <a:rPr lang="fr-FR" dirty="0"/>
              <a:t>AI4X (15-19 June) – 1 </a:t>
            </a:r>
            <a:r>
              <a:rPr lang="fr-FR" dirty="0" err="1"/>
              <a:t>Dissemination</a:t>
            </a:r>
            <a:r>
              <a:rPr lang="fr-FR" dirty="0"/>
              <a:t> CG </a:t>
            </a:r>
            <a:r>
              <a:rPr lang="fr-FR" dirty="0" err="1"/>
              <a:t>only</a:t>
            </a:r>
            <a:r>
              <a:rPr lang="fr-FR" dirty="0"/>
              <a:t> </a:t>
            </a:r>
            <a:r>
              <a:rPr lang="fr-FR" dirty="0">
                <a:sym typeface="Wingdings" panose="05000000000000000000" pitchFamily="2" charset="2"/>
              </a:rPr>
              <a:t> </a:t>
            </a:r>
            <a:r>
              <a:rPr lang="fr-FR" b="1" dirty="0">
                <a:solidFill>
                  <a:srgbClr val="FF0000"/>
                </a:solidFill>
                <a:sym typeface="Wingdings" panose="05000000000000000000" pitchFamily="2" charset="2"/>
              </a:rPr>
              <a:t>none…</a:t>
            </a:r>
          </a:p>
          <a:p>
            <a:pPr marL="742950" lvl="1" indent="-285750">
              <a:buFont typeface="Arial" panose="020B0604020202020204" pitchFamily="34" charset="0"/>
              <a:buChar char="•"/>
            </a:pPr>
            <a:r>
              <a:rPr lang="fr-FR" b="1" dirty="0">
                <a:solidFill>
                  <a:srgbClr val="FF0000"/>
                </a:solidFill>
                <a:sym typeface="Wingdings" panose="05000000000000000000" pitchFamily="2" charset="2"/>
              </a:rPr>
              <a:t>4 more applications </a:t>
            </a:r>
            <a:r>
              <a:rPr lang="fr-FR" b="1" dirty="0" err="1">
                <a:solidFill>
                  <a:srgbClr val="FF0000"/>
                </a:solidFill>
                <a:sym typeface="Wingdings" panose="05000000000000000000" pitchFamily="2" charset="2"/>
              </a:rPr>
              <a:t>under</a:t>
            </a:r>
            <a:r>
              <a:rPr lang="fr-FR" b="1" dirty="0">
                <a:solidFill>
                  <a:srgbClr val="FF0000"/>
                </a:solidFill>
                <a:sym typeface="Wingdings" panose="05000000000000000000" pitchFamily="2" charset="2"/>
              </a:rPr>
              <a:t> </a:t>
            </a:r>
            <a:r>
              <a:rPr lang="fr-FR" b="1" dirty="0" err="1">
                <a:solidFill>
                  <a:srgbClr val="FF0000"/>
                </a:solidFill>
                <a:sym typeface="Wingdings" panose="05000000000000000000" pitchFamily="2" charset="2"/>
              </a:rPr>
              <a:t>evaluation</a:t>
            </a:r>
            <a:endParaRPr lang="fr-FR" b="1" dirty="0">
              <a:solidFill>
                <a:srgbClr val="FF0000"/>
              </a:solidFill>
            </a:endParaRPr>
          </a:p>
          <a:p>
            <a:pPr lvl="1"/>
            <a:endParaRPr lang="fr-FR" dirty="0"/>
          </a:p>
          <a:p>
            <a:pPr lvl="1"/>
            <a:r>
              <a:rPr lang="fr-FR" b="1" u="sng" dirty="0"/>
              <a:t>27 </a:t>
            </a:r>
            <a:r>
              <a:rPr lang="fr-FR" b="1" u="sng" dirty="0" err="1"/>
              <a:t>grants</a:t>
            </a:r>
            <a:r>
              <a:rPr lang="fr-FR" b="1" u="sng" dirty="0"/>
              <a:t> </a:t>
            </a:r>
            <a:r>
              <a:rPr lang="fr-FR" b="1" u="sng" dirty="0" err="1"/>
              <a:t>foreseen</a:t>
            </a:r>
            <a:r>
              <a:rPr lang="fr-FR" dirty="0"/>
              <a:t>:  6 </a:t>
            </a:r>
            <a:r>
              <a:rPr lang="fr-FR" dirty="0" err="1"/>
              <a:t>only</a:t>
            </a:r>
            <a:r>
              <a:rPr lang="fr-FR" dirty="0"/>
              <a:t> </a:t>
            </a:r>
            <a:r>
              <a:rPr lang="fr-FR" dirty="0" err="1"/>
              <a:t>granted</a:t>
            </a:r>
            <a:r>
              <a:rPr lang="fr-FR" dirty="0"/>
              <a:t>, 5 more </a:t>
            </a:r>
            <a:r>
              <a:rPr lang="fr-FR" dirty="0" err="1"/>
              <a:t>under</a:t>
            </a:r>
            <a:r>
              <a:rPr lang="fr-FR" dirty="0"/>
              <a:t> </a:t>
            </a:r>
            <a:r>
              <a:rPr lang="fr-FR" dirty="0" err="1"/>
              <a:t>evaluation</a:t>
            </a:r>
            <a:r>
              <a:rPr lang="fr-FR" dirty="0"/>
              <a:t> </a:t>
            </a:r>
            <a:r>
              <a:rPr lang="fr-FR" dirty="0">
                <a:sym typeface="Wingdings" panose="05000000000000000000" pitchFamily="2" charset="2"/>
              </a:rPr>
              <a:t> </a:t>
            </a:r>
            <a:r>
              <a:rPr lang="fr-FR" dirty="0" err="1">
                <a:sym typeface="Wingdings" panose="05000000000000000000" pitchFamily="2" charset="2"/>
              </a:rPr>
              <a:t>Going</a:t>
            </a:r>
            <a:r>
              <a:rPr lang="fr-FR" dirty="0">
                <a:sym typeface="Wingdings" panose="05000000000000000000" pitchFamily="2" charset="2"/>
              </a:rPr>
              <a:t> to a </a:t>
            </a:r>
            <a:r>
              <a:rPr lang="fr-FR" dirty="0" err="1">
                <a:sym typeface="Wingdings" panose="05000000000000000000" pitchFamily="2" charset="2"/>
              </a:rPr>
              <a:t>conference</a:t>
            </a:r>
            <a:r>
              <a:rPr lang="fr-FR" dirty="0">
                <a:sym typeface="Wingdings" panose="05000000000000000000" pitchFamily="2" charset="2"/>
              </a:rPr>
              <a:t> in </a:t>
            </a:r>
            <a:r>
              <a:rPr lang="fr-FR" dirty="0">
                <a:solidFill>
                  <a:srgbClr val="FF0000"/>
                </a:solidFill>
                <a:sym typeface="Wingdings" panose="05000000000000000000" pitchFamily="2" charset="2"/>
              </a:rPr>
              <a:t>August/Sept/</a:t>
            </a:r>
            <a:r>
              <a:rPr lang="fr-FR" dirty="0" err="1">
                <a:solidFill>
                  <a:srgbClr val="FF0000"/>
                </a:solidFill>
                <a:sym typeface="Wingdings" panose="05000000000000000000" pitchFamily="2" charset="2"/>
              </a:rPr>
              <a:t>Oct</a:t>
            </a:r>
            <a:r>
              <a:rPr lang="fr-FR" dirty="0">
                <a:solidFill>
                  <a:srgbClr val="FF0000"/>
                </a:solidFill>
                <a:sym typeface="Wingdings" panose="05000000000000000000" pitchFamily="2" charset="2"/>
              </a:rPr>
              <a:t>? </a:t>
            </a:r>
            <a:r>
              <a:rPr lang="fr-FR" dirty="0" err="1">
                <a:sym typeface="Wingdings" panose="05000000000000000000" pitchFamily="2" charset="2"/>
              </a:rPr>
              <a:t>Does</a:t>
            </a:r>
            <a:r>
              <a:rPr lang="fr-FR" dirty="0">
                <a:sym typeface="Wingdings" panose="05000000000000000000" pitchFamily="2" charset="2"/>
              </a:rPr>
              <a:t> </a:t>
            </a:r>
            <a:r>
              <a:rPr lang="fr-FR" dirty="0" err="1">
                <a:sym typeface="Wingdings" panose="05000000000000000000" pitchFamily="2" charset="2"/>
              </a:rPr>
              <a:t>your</a:t>
            </a:r>
            <a:r>
              <a:rPr lang="fr-FR" dirty="0">
                <a:sym typeface="Wingdings" panose="05000000000000000000" pitchFamily="2" charset="2"/>
              </a:rPr>
              <a:t> </a:t>
            </a:r>
            <a:r>
              <a:rPr lang="fr-FR" dirty="0" err="1">
                <a:sym typeface="Wingdings" panose="05000000000000000000" pitchFamily="2" charset="2"/>
              </a:rPr>
              <a:t>subject</a:t>
            </a:r>
            <a:r>
              <a:rPr lang="fr-FR" dirty="0">
                <a:sym typeface="Wingdings" panose="05000000000000000000" pitchFamily="2" charset="2"/>
              </a:rPr>
              <a:t> </a:t>
            </a:r>
            <a:r>
              <a:rPr lang="fr-FR" dirty="0" err="1">
                <a:sym typeface="Wingdings" panose="05000000000000000000" pitchFamily="2" charset="2"/>
              </a:rPr>
              <a:t>touch</a:t>
            </a:r>
            <a:r>
              <a:rPr lang="fr-FR" dirty="0">
                <a:sym typeface="Wingdings" panose="05000000000000000000" pitchFamily="2" charset="2"/>
              </a:rPr>
              <a:t> ‘</a:t>
            </a:r>
            <a:r>
              <a:rPr lang="fr-FR" dirty="0" err="1">
                <a:sym typeface="Wingdings" panose="05000000000000000000" pitchFamily="2" charset="2"/>
              </a:rPr>
              <a:t>acceleration</a:t>
            </a:r>
            <a:r>
              <a:rPr lang="fr-FR" dirty="0">
                <a:sym typeface="Wingdings" panose="05000000000000000000" pitchFamily="2" charset="2"/>
              </a:rPr>
              <a:t>’ or ‘</a:t>
            </a:r>
            <a:r>
              <a:rPr lang="fr-FR" dirty="0" err="1">
                <a:sym typeface="Wingdings" panose="05000000000000000000" pitchFamily="2" charset="2"/>
              </a:rPr>
              <a:t>accelerated</a:t>
            </a:r>
            <a:r>
              <a:rPr lang="fr-FR" dirty="0">
                <a:sym typeface="Wingdings" panose="05000000000000000000" pitchFamily="2" charset="2"/>
              </a:rPr>
              <a:t>’ </a:t>
            </a:r>
            <a:r>
              <a:rPr lang="fr-FR" dirty="0" err="1">
                <a:sym typeface="Wingdings" panose="05000000000000000000" pitchFamily="2" charset="2"/>
              </a:rPr>
              <a:t>methodologies</a:t>
            </a:r>
            <a:r>
              <a:rPr lang="fr-FR" dirty="0">
                <a:sym typeface="Wingdings" panose="05000000000000000000" pitchFamily="2" charset="2"/>
              </a:rPr>
              <a:t> </a:t>
            </a:r>
            <a:r>
              <a:rPr lang="fr-FR" dirty="0" err="1">
                <a:sym typeface="Wingdings" panose="05000000000000000000" pitchFamily="2" charset="2"/>
              </a:rPr>
              <a:t>applied</a:t>
            </a:r>
            <a:r>
              <a:rPr lang="fr-FR" dirty="0">
                <a:sym typeface="Wingdings" panose="05000000000000000000" pitchFamily="2" charset="2"/>
              </a:rPr>
              <a:t> to </a:t>
            </a:r>
            <a:r>
              <a:rPr lang="fr-FR" dirty="0" err="1">
                <a:sym typeface="Wingdings" panose="05000000000000000000" pitchFamily="2" charset="2"/>
              </a:rPr>
              <a:t>energy</a:t>
            </a:r>
            <a:r>
              <a:rPr lang="fr-FR" dirty="0">
                <a:sym typeface="Wingdings" panose="05000000000000000000" pitchFamily="2" charset="2"/>
              </a:rPr>
              <a:t> </a:t>
            </a:r>
            <a:r>
              <a:rPr lang="fr-FR" dirty="0" err="1">
                <a:sym typeface="Wingdings" panose="05000000000000000000" pitchFamily="2" charset="2"/>
              </a:rPr>
              <a:t>materials</a:t>
            </a:r>
            <a:r>
              <a:rPr lang="fr-FR" dirty="0">
                <a:sym typeface="Wingdings" panose="05000000000000000000" pitchFamily="2" charset="2"/>
              </a:rPr>
              <a:t>?  </a:t>
            </a:r>
            <a:r>
              <a:rPr lang="fr-FR" dirty="0">
                <a:solidFill>
                  <a:srgbClr val="FF0000"/>
                </a:solidFill>
                <a:sym typeface="Wingdings" panose="05000000000000000000" pitchFamily="2" charset="2"/>
              </a:rPr>
              <a:t>APPLY! </a:t>
            </a:r>
          </a:p>
          <a:p>
            <a:pPr lvl="1"/>
            <a:r>
              <a:rPr lang="fr-FR" dirty="0"/>
              <a:t>Note: </a:t>
            </a:r>
            <a:r>
              <a:rPr lang="fr-FR" dirty="0" err="1"/>
              <a:t>Priority</a:t>
            </a:r>
            <a:r>
              <a:rPr lang="fr-FR" dirty="0"/>
              <a:t> </a:t>
            </a:r>
            <a:r>
              <a:rPr lang="fr-FR" dirty="0" err="1"/>
              <a:t>given</a:t>
            </a:r>
            <a:r>
              <a:rPr lang="fr-FR" dirty="0"/>
              <a:t> to active </a:t>
            </a:r>
            <a:r>
              <a:rPr lang="fr-FR" dirty="0" err="1"/>
              <a:t>members</a:t>
            </a:r>
            <a:r>
              <a:rPr lang="fr-FR" dirty="0"/>
              <a:t> (and </a:t>
            </a:r>
            <a:r>
              <a:rPr lang="fr-FR" dirty="0" err="1"/>
              <a:t>their</a:t>
            </a:r>
            <a:r>
              <a:rPr lang="fr-FR" dirty="0"/>
              <a:t> group </a:t>
            </a:r>
            <a:r>
              <a:rPr lang="fr-FR" dirty="0" err="1"/>
              <a:t>members</a:t>
            </a:r>
            <a:r>
              <a:rPr lang="fr-FR" dirty="0"/>
              <a:t>) </a:t>
            </a:r>
          </a:p>
          <a:p>
            <a:pPr lvl="1"/>
            <a:endParaRPr lang="fr-FR" dirty="0"/>
          </a:p>
          <a:p>
            <a:pPr marL="285750" indent="-285750">
              <a:buFont typeface="Arial" panose="020B0604020202020204" pitchFamily="34" charset="0"/>
              <a:buChar char="•"/>
            </a:pPr>
            <a:r>
              <a:rPr lang="fr-FR" dirty="0"/>
              <a:t>STSM </a:t>
            </a:r>
            <a:r>
              <a:rPr lang="fr-FR" dirty="0" err="1"/>
              <a:t>grants</a:t>
            </a:r>
            <a:r>
              <a:rPr lang="fr-FR" dirty="0"/>
              <a:t>:</a:t>
            </a:r>
          </a:p>
          <a:p>
            <a:pPr marL="742950" lvl="1" indent="-285750">
              <a:buFont typeface="Arial" panose="020B0604020202020204" pitchFamily="34" charset="0"/>
              <a:buChar char="•"/>
            </a:pPr>
            <a:r>
              <a:rPr lang="fr-FR" dirty="0" err="1"/>
              <a:t>Reserved</a:t>
            </a:r>
            <a:r>
              <a:rPr lang="fr-FR" dirty="0"/>
              <a:t> for LegacyLab2 collaboration building </a:t>
            </a:r>
            <a:r>
              <a:rPr lang="fr-FR" dirty="0">
                <a:sym typeface="Wingdings" panose="05000000000000000000" pitchFamily="2" charset="2"/>
              </a:rPr>
              <a:t> </a:t>
            </a:r>
            <a:r>
              <a:rPr lang="fr-FR" dirty="0" err="1">
                <a:sym typeface="Wingdings" panose="05000000000000000000" pitchFamily="2" charset="2"/>
              </a:rPr>
              <a:t>waiting</a:t>
            </a:r>
            <a:r>
              <a:rPr lang="fr-FR" dirty="0">
                <a:sym typeface="Wingdings" panose="05000000000000000000" pitchFamily="2" charset="2"/>
              </a:rPr>
              <a:t> for the </a:t>
            </a:r>
            <a:r>
              <a:rPr lang="fr-FR" dirty="0" err="1">
                <a:sym typeface="Wingdings" panose="05000000000000000000" pitchFamily="2" charset="2"/>
              </a:rPr>
              <a:t>next</a:t>
            </a:r>
            <a:r>
              <a:rPr lang="fr-FR" dirty="0">
                <a:sym typeface="Wingdings" panose="05000000000000000000" pitchFamily="2" charset="2"/>
              </a:rPr>
              <a:t> discussion meeting</a:t>
            </a:r>
          </a:p>
          <a:p>
            <a:pPr marL="742950" lvl="1" indent="-285750">
              <a:buFont typeface="Arial" panose="020B0604020202020204" pitchFamily="34" charset="0"/>
              <a:buChar char="•"/>
            </a:pPr>
            <a:r>
              <a:rPr lang="fr-FR" dirty="0" err="1"/>
              <a:t>Several</a:t>
            </a:r>
            <a:r>
              <a:rPr lang="fr-FR" dirty="0"/>
              <a:t> applications not </a:t>
            </a:r>
            <a:r>
              <a:rPr lang="fr-FR" dirty="0" err="1"/>
              <a:t>aligned</a:t>
            </a:r>
            <a:r>
              <a:rPr lang="fr-FR" dirty="0"/>
              <a:t> </a:t>
            </a:r>
            <a:r>
              <a:rPr lang="fr-FR" dirty="0" err="1"/>
              <a:t>with</a:t>
            </a:r>
            <a:r>
              <a:rPr lang="fr-FR" dirty="0"/>
              <a:t> Action objectives, or not part of LegacyLab2 (for STSM) have been </a:t>
            </a:r>
            <a:r>
              <a:rPr lang="fr-FR" dirty="0" err="1"/>
              <a:t>rejected</a:t>
            </a:r>
            <a:endParaRPr lang="fr-FR" dirty="0"/>
          </a:p>
          <a:p>
            <a:pPr lvl="1"/>
            <a:endParaRPr lang="fr-FR" dirty="0"/>
          </a:p>
        </p:txBody>
      </p:sp>
      <p:pic>
        <p:nvPicPr>
          <p:cNvPr id="9" name="Image 8">
            <a:extLst>
              <a:ext uri="{FF2B5EF4-FFF2-40B4-BE49-F238E27FC236}">
                <a16:creationId xmlns:a16="http://schemas.microsoft.com/office/drawing/2014/main" id="{2E932E00-7EC8-45AB-A9EB-AB2A2AE5EFC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352215"/>
            <a:ext cx="1794856" cy="1211529"/>
          </a:xfrm>
          <a:prstGeom prst="rect">
            <a:avLst/>
          </a:prstGeom>
        </p:spPr>
      </p:pic>
    </p:spTree>
    <p:extLst>
      <p:ext uri="{BB962C8B-B14F-4D97-AF65-F5344CB8AC3E}">
        <p14:creationId xmlns:p14="http://schemas.microsoft.com/office/powerpoint/2010/main" val="36407612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a:extLst>
              <a:ext uri="{FF2B5EF4-FFF2-40B4-BE49-F238E27FC236}">
                <a16:creationId xmlns:a16="http://schemas.microsoft.com/office/drawing/2014/main" id="{432416A3-39EF-4CBE-943D-C79C22FDDC46}"/>
              </a:ext>
            </a:extLst>
          </p:cNvPr>
          <p:cNvSpPr>
            <a:spLocks noGrp="1"/>
          </p:cNvSpPr>
          <p:nvPr>
            <p:ph type="title"/>
          </p:nvPr>
        </p:nvSpPr>
        <p:spPr>
          <a:xfrm>
            <a:off x="838200" y="649956"/>
            <a:ext cx="10515600" cy="726137"/>
          </a:xfrm>
        </p:spPr>
        <p:txBody>
          <a:bodyPr/>
          <a:lstStyle/>
          <a:p>
            <a:r>
              <a:rPr lang="en-US" sz="2800" dirty="0"/>
              <a:t>Young EU-MACE seminar</a:t>
            </a:r>
          </a:p>
        </p:txBody>
      </p:sp>
      <p:sp>
        <p:nvSpPr>
          <p:cNvPr id="12" name="ZoneTexte 11"/>
          <p:cNvSpPr txBox="1"/>
          <p:nvPr/>
        </p:nvSpPr>
        <p:spPr>
          <a:xfrm>
            <a:off x="320632" y="1560759"/>
            <a:ext cx="11594278" cy="4955203"/>
          </a:xfrm>
          <a:prstGeom prst="rect">
            <a:avLst/>
          </a:prstGeom>
          <a:noFill/>
        </p:spPr>
        <p:txBody>
          <a:bodyPr wrap="square" rtlCol="0">
            <a:spAutoFit/>
          </a:bodyPr>
          <a:lstStyle/>
          <a:p>
            <a:pPr algn="just"/>
            <a:r>
              <a:rPr lang="en-GB" sz="2000" b="1" dirty="0">
                <a:solidFill>
                  <a:srgbClr val="000000"/>
                </a:solidFill>
                <a:latin typeface="proxima-nova"/>
              </a:rPr>
              <a:t>Young EU-MACE (≤ 40 years old) at any stage of your career</a:t>
            </a:r>
          </a:p>
          <a:p>
            <a:pPr algn="just"/>
            <a:endParaRPr lang="en-GB" sz="2000" b="1" dirty="0">
              <a:solidFill>
                <a:srgbClr val="000000"/>
              </a:solidFill>
              <a:latin typeface="proxima-nova"/>
            </a:endParaRPr>
          </a:p>
          <a:p>
            <a:pPr algn="just"/>
            <a:r>
              <a:rPr lang="en-GB" sz="2000" dirty="0">
                <a:solidFill>
                  <a:srgbClr val="000000"/>
                </a:solidFill>
                <a:latin typeface="proxima-nova"/>
              </a:rPr>
              <a:t>You are invited to share your latest research, ongoing challenges, and/or future project ideas to fellow Action members.  The webinar provides an opportunity to showcase your lab and its activities and receive feedback from scientists within the field, and foster new collaborations</a:t>
            </a:r>
          </a:p>
          <a:p>
            <a:pPr algn="just"/>
            <a:endParaRPr lang="en-GB" sz="2000" dirty="0">
              <a:solidFill>
                <a:srgbClr val="000000"/>
              </a:solidFill>
              <a:latin typeface="proxima-nova"/>
            </a:endParaRPr>
          </a:p>
          <a:p>
            <a:pPr algn="just"/>
            <a:r>
              <a:rPr lang="en-GB" sz="2000" b="1" dirty="0">
                <a:solidFill>
                  <a:srgbClr val="000000"/>
                </a:solidFill>
                <a:latin typeface="proxima-nova"/>
              </a:rPr>
              <a:t>Today: Sanna Jarl, Uppsala University, Sweden</a:t>
            </a:r>
          </a:p>
          <a:p>
            <a:pPr algn="just"/>
            <a:endParaRPr lang="en-GB" sz="2000" b="1" dirty="0">
              <a:solidFill>
                <a:srgbClr val="000000"/>
              </a:solidFill>
              <a:latin typeface="proxima-nova"/>
            </a:endParaRPr>
          </a:p>
          <a:p>
            <a:pPr algn="just"/>
            <a:r>
              <a:rPr lang="en-GB" sz="2000" b="1" dirty="0">
                <a:solidFill>
                  <a:srgbClr val="000000"/>
                </a:solidFill>
                <a:latin typeface="proxima-nova"/>
                <a:sym typeface="Wingdings" panose="05000000000000000000" pitchFamily="2" charset="2"/>
              </a:rPr>
              <a:t>Upcoming speakers:</a:t>
            </a:r>
          </a:p>
          <a:p>
            <a:pPr algn="just"/>
            <a:r>
              <a:rPr lang="en-GB" sz="2000" dirty="0">
                <a:solidFill>
                  <a:srgbClr val="000000"/>
                </a:solidFill>
                <a:latin typeface="proxima-nova"/>
                <a:sym typeface="Wingdings" panose="05000000000000000000" pitchFamily="2" charset="2"/>
              </a:rPr>
              <a:t>September: Basak Turgut, Ege University, Turkey</a:t>
            </a:r>
          </a:p>
          <a:p>
            <a:pPr algn="just"/>
            <a:r>
              <a:rPr lang="en-GB" sz="2000" dirty="0">
                <a:solidFill>
                  <a:srgbClr val="000000"/>
                </a:solidFill>
                <a:latin typeface="proxima-nova"/>
                <a:sym typeface="Wingdings" panose="05000000000000000000" pitchFamily="2" charset="2"/>
              </a:rPr>
              <a:t>October: Jyoti Gupta, Jozef Stefan Institute, Slovenia</a:t>
            </a:r>
          </a:p>
          <a:p>
            <a:pPr algn="just"/>
            <a:r>
              <a:rPr lang="en-GB" sz="2000" dirty="0">
                <a:solidFill>
                  <a:srgbClr val="000000"/>
                </a:solidFill>
                <a:latin typeface="proxima-nova"/>
                <a:sym typeface="Wingdings" panose="05000000000000000000" pitchFamily="2" charset="2"/>
              </a:rPr>
              <a:t>November: Michael Buchhorn, Juelich, Germany</a:t>
            </a:r>
          </a:p>
          <a:p>
            <a:pPr algn="just"/>
            <a:r>
              <a:rPr lang="en-GB" sz="2000" dirty="0">
                <a:solidFill>
                  <a:srgbClr val="000000"/>
                </a:solidFill>
                <a:latin typeface="proxima-nova"/>
                <a:sym typeface="Wingdings" panose="05000000000000000000" pitchFamily="2" charset="2"/>
              </a:rPr>
              <a:t>December: Holger Rohm, KIT, Germany</a:t>
            </a:r>
          </a:p>
          <a:p>
            <a:pPr algn="just"/>
            <a:endParaRPr lang="en-GB" sz="1600" b="1" dirty="0">
              <a:solidFill>
                <a:srgbClr val="000000"/>
              </a:solidFill>
              <a:latin typeface="proxima-nova"/>
              <a:sym typeface="Wingdings" panose="05000000000000000000" pitchFamily="2" charset="2"/>
            </a:endParaRPr>
          </a:p>
          <a:p>
            <a:pPr algn="just"/>
            <a:r>
              <a:rPr lang="en-GB" sz="2000" b="1" dirty="0">
                <a:solidFill>
                  <a:srgbClr val="000000"/>
                </a:solidFill>
                <a:latin typeface="proxima-nova"/>
                <a:sym typeface="Wingdings" panose="05000000000000000000" pitchFamily="2" charset="2"/>
              </a:rPr>
              <a:t>Want to share your research and expand your collaborations?</a:t>
            </a:r>
          </a:p>
          <a:p>
            <a:pPr algn="just"/>
            <a:r>
              <a:rPr lang="en-GB" sz="2000" b="1" dirty="0">
                <a:solidFill>
                  <a:srgbClr val="000000"/>
                </a:solidFill>
                <a:latin typeface="proxima-nova"/>
                <a:sym typeface="Wingdings" panose="05000000000000000000" pitchFamily="2" charset="2"/>
              </a:rPr>
              <a:t>2027 slots are opened!!</a:t>
            </a:r>
            <a:endParaRPr lang="fr-FR" sz="1400" dirty="0">
              <a:solidFill>
                <a:srgbClr val="000000"/>
              </a:solidFill>
              <a:latin typeface="Calibri" panose="020F0502020204030204" pitchFamily="34" charset="0"/>
              <a:sym typeface="Wingdings" panose="05000000000000000000" pitchFamily="2" charset="2"/>
            </a:endParaRPr>
          </a:p>
        </p:txBody>
      </p:sp>
      <p:pic>
        <p:nvPicPr>
          <p:cNvPr id="3" name="Picture 2">
            <a:extLst>
              <a:ext uri="{FF2B5EF4-FFF2-40B4-BE49-F238E27FC236}">
                <a16:creationId xmlns:a16="http://schemas.microsoft.com/office/drawing/2014/main" id="{BC84299B-3044-CCDB-3C9A-AFC3A9066C61}"/>
              </a:ext>
            </a:extLst>
          </p:cNvPr>
          <p:cNvPicPr>
            <a:picLocks noChangeAspect="1"/>
          </p:cNvPicPr>
          <p:nvPr/>
        </p:nvPicPr>
        <p:blipFill>
          <a:blip r:embed="rId3"/>
          <a:stretch>
            <a:fillRect/>
          </a:stretch>
        </p:blipFill>
        <p:spPr>
          <a:xfrm>
            <a:off x="9089174" y="3580484"/>
            <a:ext cx="2743583" cy="2819794"/>
          </a:xfrm>
          <a:prstGeom prst="rect">
            <a:avLst/>
          </a:prstGeom>
        </p:spPr>
      </p:pic>
      <p:sp>
        <p:nvSpPr>
          <p:cNvPr id="4" name="Rectangle 3">
            <a:extLst>
              <a:ext uri="{FF2B5EF4-FFF2-40B4-BE49-F238E27FC236}">
                <a16:creationId xmlns:a16="http://schemas.microsoft.com/office/drawing/2014/main" id="{928527BA-EACF-E2DC-785C-B2AA79FDEDDE}"/>
              </a:ext>
            </a:extLst>
          </p:cNvPr>
          <p:cNvSpPr>
            <a:spLocks noChangeArrowheads="1"/>
          </p:cNvSpPr>
          <p:nvPr/>
        </p:nvSpPr>
        <p:spPr bwMode="auto">
          <a:xfrm>
            <a:off x="7381518" y="6444473"/>
            <a:ext cx="481048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hlinkClick r:id="rId4"/>
              </a:rPr>
              <a:t>Young EU-MACE webinar series – Fill in form</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347703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a:extLst>
              <a:ext uri="{FF2B5EF4-FFF2-40B4-BE49-F238E27FC236}">
                <a16:creationId xmlns:a16="http://schemas.microsoft.com/office/drawing/2014/main" id="{432416A3-39EF-4CBE-943D-C79C22FDDC46}"/>
              </a:ext>
            </a:extLst>
          </p:cNvPr>
          <p:cNvSpPr>
            <a:spLocks noGrp="1"/>
          </p:cNvSpPr>
          <p:nvPr>
            <p:ph type="title"/>
          </p:nvPr>
        </p:nvSpPr>
        <p:spPr>
          <a:xfrm>
            <a:off x="838200" y="649956"/>
            <a:ext cx="10515600" cy="726137"/>
          </a:xfrm>
        </p:spPr>
        <p:txBody>
          <a:bodyPr/>
          <a:lstStyle/>
          <a:p>
            <a:r>
              <a:rPr lang="en-US" sz="2800" dirty="0" err="1"/>
              <a:t>Legacylab</a:t>
            </a:r>
            <a:r>
              <a:rPr lang="en-US" sz="2800" dirty="0"/>
              <a:t> 2 update</a:t>
            </a:r>
          </a:p>
        </p:txBody>
      </p:sp>
      <p:sp>
        <p:nvSpPr>
          <p:cNvPr id="3" name="ZoneTexte 11">
            <a:extLst>
              <a:ext uri="{FF2B5EF4-FFF2-40B4-BE49-F238E27FC236}">
                <a16:creationId xmlns:a16="http://schemas.microsoft.com/office/drawing/2014/main" id="{7E4E4046-6422-3A27-10CB-784067EC7728}"/>
              </a:ext>
            </a:extLst>
          </p:cNvPr>
          <p:cNvSpPr txBox="1"/>
          <p:nvPr/>
        </p:nvSpPr>
        <p:spPr>
          <a:xfrm>
            <a:off x="5377392" y="4666412"/>
            <a:ext cx="6080317" cy="1777666"/>
          </a:xfrm>
          <a:prstGeom prst="rect">
            <a:avLst/>
          </a:prstGeom>
          <a:noFill/>
        </p:spPr>
        <p:txBody>
          <a:bodyPr wrap="square" rtlCol="0">
            <a:spAutoFit/>
          </a:bodyPr>
          <a:lstStyle/>
          <a:p>
            <a:pPr marL="285750" indent="-285750">
              <a:buFont typeface="Arial" panose="020B0604020202020204" pitchFamily="34" charset="0"/>
              <a:buChar char="•"/>
            </a:pPr>
            <a:r>
              <a:rPr lang="en-US" sz="1600" b="1" dirty="0">
                <a:latin typeface="proxima-nova"/>
              </a:rPr>
              <a:t>Activity discussion in LL2</a:t>
            </a:r>
          </a:p>
          <a:p>
            <a:pPr marL="742950" lvl="1" indent="-285750">
              <a:lnSpc>
                <a:spcPct val="150000"/>
              </a:lnSpc>
              <a:buFont typeface="Wingdings" panose="05000000000000000000" pitchFamily="2" charset="2"/>
              <a:buChar char="Ø"/>
            </a:pPr>
            <a:r>
              <a:rPr lang="en-US" sz="1600" dirty="0">
                <a:latin typeface="proxima-nova"/>
              </a:rPr>
              <a:t>Discuss mini project contents and arrangement</a:t>
            </a:r>
          </a:p>
          <a:p>
            <a:pPr marL="742950" lvl="1" indent="-285750">
              <a:lnSpc>
                <a:spcPct val="150000"/>
              </a:lnSpc>
              <a:buFont typeface="Wingdings" panose="05000000000000000000" pitchFamily="2" charset="2"/>
              <a:buChar char="Ø"/>
            </a:pPr>
            <a:r>
              <a:rPr lang="en-US" sz="1600" dirty="0">
                <a:latin typeface="proxima-nova"/>
              </a:rPr>
              <a:t>Identify mini project leaders</a:t>
            </a:r>
          </a:p>
          <a:p>
            <a:pPr marL="742950" lvl="1" indent="-285750">
              <a:lnSpc>
                <a:spcPct val="150000"/>
              </a:lnSpc>
              <a:buFont typeface="Wingdings" panose="05000000000000000000" pitchFamily="2" charset="2"/>
              <a:buChar char="Ø"/>
            </a:pPr>
            <a:r>
              <a:rPr lang="en-US" sz="1600" dirty="0">
                <a:latin typeface="proxima-nova"/>
              </a:rPr>
              <a:t>Confirmed STSM along with MC meeting 19</a:t>
            </a:r>
            <a:r>
              <a:rPr lang="en-US" sz="1600" baseline="30000" dirty="0">
                <a:latin typeface="proxima-nova"/>
              </a:rPr>
              <a:t>th</a:t>
            </a:r>
            <a:r>
              <a:rPr lang="en-US" sz="1600" dirty="0">
                <a:latin typeface="proxima-nova"/>
              </a:rPr>
              <a:t> to 21</a:t>
            </a:r>
            <a:r>
              <a:rPr lang="en-US" sz="1600" baseline="30000" dirty="0">
                <a:latin typeface="proxima-nova"/>
              </a:rPr>
              <a:t>st</a:t>
            </a:r>
            <a:r>
              <a:rPr lang="en-US" sz="1600" dirty="0">
                <a:latin typeface="proxima-nova"/>
              </a:rPr>
              <a:t> October – content </a:t>
            </a:r>
            <a:r>
              <a:rPr lang="en-US" sz="1600" dirty="0" err="1">
                <a:latin typeface="proxima-nova"/>
              </a:rPr>
              <a:t>tbd</a:t>
            </a:r>
            <a:endParaRPr lang="en-US" sz="1600" dirty="0">
              <a:latin typeface="proxima-nova"/>
            </a:endParaRPr>
          </a:p>
        </p:txBody>
      </p:sp>
      <p:sp>
        <p:nvSpPr>
          <p:cNvPr id="2" name="ZoneTexte 11">
            <a:extLst>
              <a:ext uri="{FF2B5EF4-FFF2-40B4-BE49-F238E27FC236}">
                <a16:creationId xmlns:a16="http://schemas.microsoft.com/office/drawing/2014/main" id="{EA1775D2-3C96-6D6D-955D-E115C452C884}"/>
              </a:ext>
            </a:extLst>
          </p:cNvPr>
          <p:cNvSpPr txBox="1"/>
          <p:nvPr/>
        </p:nvSpPr>
        <p:spPr>
          <a:xfrm>
            <a:off x="982222" y="4666412"/>
            <a:ext cx="4952245" cy="830997"/>
          </a:xfrm>
          <a:prstGeom prst="rect">
            <a:avLst/>
          </a:prstGeom>
          <a:noFill/>
        </p:spPr>
        <p:txBody>
          <a:bodyPr wrap="square" rtlCol="0">
            <a:spAutoFit/>
          </a:bodyPr>
          <a:lstStyle/>
          <a:p>
            <a:pPr lvl="0"/>
            <a:r>
              <a:rPr lang="en-US" sz="1600" b="1" dirty="0">
                <a:latin typeface="proxima-nova"/>
              </a:rPr>
              <a:t>Next meeting - (22 – 28</a:t>
            </a:r>
            <a:r>
              <a:rPr lang="en-US" sz="1600" b="1" baseline="30000" dirty="0">
                <a:latin typeface="proxima-nova"/>
              </a:rPr>
              <a:t>th</a:t>
            </a:r>
            <a:r>
              <a:rPr lang="en-US" sz="1600" b="1" dirty="0">
                <a:latin typeface="proxima-nova"/>
              </a:rPr>
              <a:t> July, tbc) </a:t>
            </a:r>
          </a:p>
          <a:p>
            <a:pPr lvl="0"/>
            <a:endParaRPr lang="en-US" sz="1600" b="1" dirty="0">
              <a:latin typeface="proxima-nova"/>
            </a:endParaRPr>
          </a:p>
          <a:p>
            <a:pPr marL="285750" lvl="0" indent="-285750">
              <a:buFont typeface="Arial" panose="020B0604020202020204" pitchFamily="34" charset="0"/>
              <a:buChar char="•"/>
            </a:pPr>
            <a:r>
              <a:rPr lang="en-US" sz="1600" dirty="0">
                <a:latin typeface="proxima-nova"/>
              </a:rPr>
              <a:t>LL2 participants to confirm availability</a:t>
            </a:r>
          </a:p>
        </p:txBody>
      </p:sp>
      <p:pic>
        <p:nvPicPr>
          <p:cNvPr id="5" name="Picture 4">
            <a:extLst>
              <a:ext uri="{FF2B5EF4-FFF2-40B4-BE49-F238E27FC236}">
                <a16:creationId xmlns:a16="http://schemas.microsoft.com/office/drawing/2014/main" id="{539BACC9-3CA2-CD0D-C32A-5111142CABAE}"/>
              </a:ext>
            </a:extLst>
          </p:cNvPr>
          <p:cNvPicPr>
            <a:picLocks noChangeAspect="1"/>
          </p:cNvPicPr>
          <p:nvPr/>
        </p:nvPicPr>
        <p:blipFill>
          <a:blip r:embed="rId3"/>
          <a:srcRect t="22833"/>
          <a:stretch>
            <a:fillRect/>
          </a:stretch>
        </p:blipFill>
        <p:spPr>
          <a:xfrm>
            <a:off x="1209815" y="1506666"/>
            <a:ext cx="9772369" cy="2646855"/>
          </a:xfrm>
          <a:prstGeom prst="rect">
            <a:avLst/>
          </a:prstGeom>
        </p:spPr>
      </p:pic>
      <p:sp>
        <p:nvSpPr>
          <p:cNvPr id="6" name="ZoneTexte 11">
            <a:extLst>
              <a:ext uri="{FF2B5EF4-FFF2-40B4-BE49-F238E27FC236}">
                <a16:creationId xmlns:a16="http://schemas.microsoft.com/office/drawing/2014/main" id="{8CA59CE0-686B-C123-16E7-B516C9318555}"/>
              </a:ext>
            </a:extLst>
          </p:cNvPr>
          <p:cNvSpPr txBox="1"/>
          <p:nvPr/>
        </p:nvSpPr>
        <p:spPr>
          <a:xfrm>
            <a:off x="982222" y="3845744"/>
            <a:ext cx="4952245" cy="307777"/>
          </a:xfrm>
          <a:prstGeom prst="rect">
            <a:avLst/>
          </a:prstGeom>
          <a:noFill/>
        </p:spPr>
        <p:txBody>
          <a:bodyPr wrap="square" rtlCol="0">
            <a:spAutoFit/>
          </a:bodyPr>
          <a:lstStyle/>
          <a:p>
            <a:pPr lvl="0"/>
            <a:r>
              <a:rPr lang="en-US" sz="1400" dirty="0">
                <a:latin typeface="proxima-nova"/>
              </a:rPr>
              <a:t>High temperature materials and thermo-electrics          (5)</a:t>
            </a:r>
          </a:p>
        </p:txBody>
      </p:sp>
      <p:sp>
        <p:nvSpPr>
          <p:cNvPr id="4" name="Espace réservé de la date 3">
            <a:extLst>
              <a:ext uri="{FF2B5EF4-FFF2-40B4-BE49-F238E27FC236}">
                <a16:creationId xmlns:a16="http://schemas.microsoft.com/office/drawing/2014/main" id="{03D44621-B271-4804-B152-FD6CBC33864D}"/>
              </a:ext>
            </a:extLst>
          </p:cNvPr>
          <p:cNvSpPr>
            <a:spLocks noGrp="1"/>
          </p:cNvSpPr>
          <p:nvPr>
            <p:ph type="dt" sz="half" idx="10"/>
          </p:nvPr>
        </p:nvSpPr>
        <p:spPr/>
        <p:txBody>
          <a:bodyPr/>
          <a:lstStyle/>
          <a:p>
            <a:fld id="{D30E513A-AD86-4441-BBD9-02F89E50360D}" type="datetime1">
              <a:rPr lang="fr-FR" smtClean="0"/>
              <a:t>15/07/2026</a:t>
            </a:fld>
            <a:endParaRPr lang="en-US" dirty="0"/>
          </a:p>
        </p:txBody>
      </p:sp>
      <p:sp>
        <p:nvSpPr>
          <p:cNvPr id="7" name="Espace réservé du pied de page 6">
            <a:extLst>
              <a:ext uri="{FF2B5EF4-FFF2-40B4-BE49-F238E27FC236}">
                <a16:creationId xmlns:a16="http://schemas.microsoft.com/office/drawing/2014/main" id="{65AB61F3-55E0-4BA1-81B3-389A20C6FF39}"/>
              </a:ext>
            </a:extLst>
          </p:cNvPr>
          <p:cNvSpPr>
            <a:spLocks noGrp="1"/>
          </p:cNvSpPr>
          <p:nvPr>
            <p:ph type="ftr" sz="quarter" idx="11"/>
          </p:nvPr>
        </p:nvSpPr>
        <p:spPr/>
        <p:txBody>
          <a:bodyPr/>
          <a:lstStyle/>
          <a:p>
            <a:r>
              <a:rPr lang="en-US"/>
              <a:t>CA22123 EU-MACE GP3 monthly CG update</a:t>
            </a:r>
            <a:endParaRPr lang="en-US" dirty="0"/>
          </a:p>
        </p:txBody>
      </p:sp>
      <p:sp>
        <p:nvSpPr>
          <p:cNvPr id="8" name="Espace réservé du numéro de diapositive 7">
            <a:extLst>
              <a:ext uri="{FF2B5EF4-FFF2-40B4-BE49-F238E27FC236}">
                <a16:creationId xmlns:a16="http://schemas.microsoft.com/office/drawing/2014/main" id="{2C8E87CB-1336-4E30-9716-703F0B853D1B}"/>
              </a:ext>
            </a:extLst>
          </p:cNvPr>
          <p:cNvSpPr>
            <a:spLocks noGrp="1"/>
          </p:cNvSpPr>
          <p:nvPr>
            <p:ph type="sldNum" sz="quarter" idx="12"/>
          </p:nvPr>
        </p:nvSpPr>
        <p:spPr/>
        <p:txBody>
          <a:bodyPr/>
          <a:lstStyle/>
          <a:p>
            <a:fld id="{F91729D4-A164-47A3-830D-E792BCE699E4}" type="slidenum">
              <a:rPr lang="en-US" smtClean="0"/>
              <a:t>7</a:t>
            </a:fld>
            <a:endParaRPr lang="en-US" dirty="0"/>
          </a:p>
        </p:txBody>
      </p:sp>
    </p:spTree>
    <p:extLst>
      <p:ext uri="{BB962C8B-B14F-4D97-AF65-F5344CB8AC3E}">
        <p14:creationId xmlns:p14="http://schemas.microsoft.com/office/powerpoint/2010/main" val="23727215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a:extLst>
              <a:ext uri="{FF2B5EF4-FFF2-40B4-BE49-F238E27FC236}">
                <a16:creationId xmlns:a16="http://schemas.microsoft.com/office/drawing/2014/main" id="{432416A3-39EF-4CBE-943D-C79C22FDDC46}"/>
              </a:ext>
            </a:extLst>
          </p:cNvPr>
          <p:cNvSpPr>
            <a:spLocks noGrp="1"/>
          </p:cNvSpPr>
          <p:nvPr>
            <p:ph type="title"/>
          </p:nvPr>
        </p:nvSpPr>
        <p:spPr>
          <a:xfrm>
            <a:off x="838200" y="649956"/>
            <a:ext cx="10515600" cy="726137"/>
          </a:xfrm>
        </p:spPr>
        <p:txBody>
          <a:bodyPr/>
          <a:lstStyle/>
          <a:p>
            <a:r>
              <a:rPr lang="en-US" sz="2800" dirty="0"/>
              <a:t>Erasmus+ and other training network building</a:t>
            </a:r>
          </a:p>
        </p:txBody>
      </p:sp>
      <p:sp>
        <p:nvSpPr>
          <p:cNvPr id="6" name="Espace réservé du pied de page 5"/>
          <p:cNvSpPr>
            <a:spLocks noGrp="1"/>
          </p:cNvSpPr>
          <p:nvPr>
            <p:ph type="ftr" sz="quarter" idx="11"/>
          </p:nvPr>
        </p:nvSpPr>
        <p:spPr/>
        <p:txBody>
          <a:bodyPr/>
          <a:lstStyle/>
          <a:p>
            <a:r>
              <a:rPr lang="en-US"/>
              <a:t>CA22123 EU-MACE GP3 monthly CG update</a:t>
            </a:r>
            <a:endParaRPr lang="en-US" dirty="0"/>
          </a:p>
        </p:txBody>
      </p:sp>
      <p:sp>
        <p:nvSpPr>
          <p:cNvPr id="7" name="Espace réservé du numéro de diapositive 6"/>
          <p:cNvSpPr>
            <a:spLocks noGrp="1"/>
          </p:cNvSpPr>
          <p:nvPr>
            <p:ph type="sldNum" sz="quarter" idx="12"/>
          </p:nvPr>
        </p:nvSpPr>
        <p:spPr/>
        <p:txBody>
          <a:bodyPr/>
          <a:lstStyle/>
          <a:p>
            <a:fld id="{F91729D4-A164-47A3-830D-E792BCE699E4}" type="slidenum">
              <a:rPr lang="en-US" smtClean="0"/>
              <a:t>8</a:t>
            </a:fld>
            <a:endParaRPr lang="en-US" dirty="0"/>
          </a:p>
        </p:txBody>
      </p:sp>
      <p:sp>
        <p:nvSpPr>
          <p:cNvPr id="8" name="Espace réservé de la date 7"/>
          <p:cNvSpPr>
            <a:spLocks noGrp="1"/>
          </p:cNvSpPr>
          <p:nvPr>
            <p:ph type="dt" sz="half" idx="10"/>
          </p:nvPr>
        </p:nvSpPr>
        <p:spPr/>
        <p:txBody>
          <a:bodyPr/>
          <a:lstStyle/>
          <a:p>
            <a:fld id="{502620B4-E3D9-463B-A958-258C3846D28C}" type="datetime1">
              <a:rPr lang="fr-FR" smtClean="0"/>
              <a:t>15/07/2026</a:t>
            </a:fld>
            <a:endParaRPr lang="en-US" dirty="0"/>
          </a:p>
        </p:txBody>
      </p:sp>
      <p:sp>
        <p:nvSpPr>
          <p:cNvPr id="10" name="ZoneTexte 9">
            <a:extLst>
              <a:ext uri="{FF2B5EF4-FFF2-40B4-BE49-F238E27FC236}">
                <a16:creationId xmlns:a16="http://schemas.microsoft.com/office/drawing/2014/main" id="{635AC1D4-27E7-453C-A523-71CF05C4EF1E}"/>
              </a:ext>
            </a:extLst>
          </p:cNvPr>
          <p:cNvSpPr txBox="1"/>
          <p:nvPr/>
        </p:nvSpPr>
        <p:spPr>
          <a:xfrm>
            <a:off x="1287712" y="1376093"/>
            <a:ext cx="10727619" cy="5201424"/>
          </a:xfrm>
          <a:prstGeom prst="rect">
            <a:avLst/>
          </a:prstGeom>
          <a:noFill/>
        </p:spPr>
        <p:txBody>
          <a:bodyPr wrap="square" rtlCol="0">
            <a:spAutoFit/>
          </a:bodyPr>
          <a:lstStyle/>
          <a:p>
            <a:endParaRPr lang="fr-FR" sz="2000" u="sng" dirty="0"/>
          </a:p>
          <a:p>
            <a:r>
              <a:rPr lang="fr-FR" sz="2000" u="sng" dirty="0">
                <a:solidFill>
                  <a:srgbClr val="FF0000"/>
                </a:solidFill>
              </a:rPr>
              <a:t>You can </a:t>
            </a:r>
            <a:r>
              <a:rPr lang="fr-FR" sz="2000" u="sng" dirty="0" err="1">
                <a:solidFill>
                  <a:srgbClr val="FF0000"/>
                </a:solidFill>
              </a:rPr>
              <a:t>still</a:t>
            </a:r>
            <a:r>
              <a:rPr lang="fr-FR" sz="2000" u="sng" dirty="0">
                <a:solidFill>
                  <a:srgbClr val="FF0000"/>
                </a:solidFill>
              </a:rPr>
              <a:t> </a:t>
            </a:r>
            <a:r>
              <a:rPr lang="fr-FR" sz="2000" u="sng" dirty="0" err="1">
                <a:solidFill>
                  <a:srgbClr val="FF0000"/>
                </a:solidFill>
              </a:rPr>
              <a:t>join</a:t>
            </a:r>
            <a:r>
              <a:rPr lang="fr-FR" sz="2000" u="sng" dirty="0">
                <a:solidFill>
                  <a:srgbClr val="FF0000"/>
                </a:solidFill>
              </a:rPr>
              <a:t> </a:t>
            </a:r>
            <a:r>
              <a:rPr lang="fr-FR" sz="2000" u="sng" dirty="0"/>
              <a:t>(email me if </a:t>
            </a:r>
            <a:r>
              <a:rPr lang="fr-FR" sz="2000" u="sng" dirty="0" err="1"/>
              <a:t>you</a:t>
            </a:r>
            <a:r>
              <a:rPr lang="fr-FR" sz="2000" u="sng" dirty="0"/>
              <a:t> do): </a:t>
            </a:r>
            <a:r>
              <a:rPr lang="fr-FR" sz="2000" u="sng" dirty="0">
                <a:hlinkClick r:id="rId3"/>
              </a:rPr>
              <a:t>https://forms.office.com/e/2b0DmVgyAV</a:t>
            </a:r>
            <a:r>
              <a:rPr lang="fr-FR" sz="2000" u="sng" dirty="0"/>
              <a:t>  </a:t>
            </a:r>
            <a:endParaRPr lang="fr-FR" sz="2000" dirty="0"/>
          </a:p>
          <a:p>
            <a:pPr marL="285750" indent="-285750">
              <a:buFont typeface="Arial" panose="020B0604020202020204" pitchFamily="34" charset="0"/>
              <a:buChar char="•"/>
            </a:pPr>
            <a:r>
              <a:rPr lang="fr-FR" sz="2000" dirty="0"/>
              <a:t>6th </a:t>
            </a:r>
            <a:r>
              <a:rPr lang="fr-FR" sz="2000" dirty="0" err="1"/>
              <a:t>meet</a:t>
            </a:r>
            <a:r>
              <a:rPr lang="fr-FR" sz="2000" dirty="0"/>
              <a:t> July 8th </a:t>
            </a:r>
            <a:r>
              <a:rPr lang="fr-FR" sz="2000" dirty="0">
                <a:sym typeface="Wingdings" panose="05000000000000000000" pitchFamily="2" charset="2"/>
              </a:rPr>
              <a:t> Planning of </a:t>
            </a:r>
            <a:r>
              <a:rPr lang="fr-FR" sz="2000" dirty="0" err="1">
                <a:sym typeface="Wingdings" panose="05000000000000000000" pitchFamily="2" charset="2"/>
              </a:rPr>
              <a:t>October</a:t>
            </a:r>
            <a:r>
              <a:rPr lang="fr-FR" sz="2000" dirty="0">
                <a:sym typeface="Wingdings" panose="05000000000000000000" pitchFamily="2" charset="2"/>
              </a:rPr>
              <a:t> meeting </a:t>
            </a:r>
            <a:r>
              <a:rPr lang="fr-FR" sz="2000" dirty="0" err="1">
                <a:sym typeface="Wingdings" panose="05000000000000000000" pitchFamily="2" charset="2"/>
              </a:rPr>
              <a:t>with</a:t>
            </a:r>
            <a:r>
              <a:rPr lang="fr-FR" sz="2000" dirty="0">
                <a:sym typeface="Wingdings" panose="05000000000000000000" pitchFamily="2" charset="2"/>
              </a:rPr>
              <a:t> LegacyLab2</a:t>
            </a:r>
          </a:p>
          <a:p>
            <a:pPr marL="742950" lvl="1" indent="-285750">
              <a:buFont typeface="Arial" panose="020B0604020202020204" pitchFamily="34" charset="0"/>
              <a:buChar char="•"/>
            </a:pPr>
            <a:r>
              <a:rPr lang="fr-FR" sz="2000" dirty="0">
                <a:sym typeface="Wingdings" panose="05000000000000000000" pitchFamily="2" charset="2"/>
              </a:rPr>
              <a:t>To </a:t>
            </a:r>
            <a:r>
              <a:rPr lang="fr-FR" sz="2000" dirty="0" err="1">
                <a:sym typeface="Wingdings" panose="05000000000000000000" pitchFamily="2" charset="2"/>
              </a:rPr>
              <a:t>delve</a:t>
            </a:r>
            <a:r>
              <a:rPr lang="fr-FR" sz="2000" dirty="0">
                <a:sym typeface="Wingdings" panose="05000000000000000000" pitchFamily="2" charset="2"/>
              </a:rPr>
              <a:t> </a:t>
            </a:r>
            <a:r>
              <a:rPr lang="fr-FR" sz="2000" dirty="0" err="1">
                <a:sym typeface="Wingdings" panose="05000000000000000000" pitchFamily="2" charset="2"/>
              </a:rPr>
              <a:t>further</a:t>
            </a:r>
            <a:r>
              <a:rPr lang="fr-FR" sz="2000" dirty="0">
                <a:sym typeface="Wingdings" panose="05000000000000000000" pitchFamily="2" charset="2"/>
              </a:rPr>
              <a:t> </a:t>
            </a:r>
            <a:r>
              <a:rPr lang="fr-FR" sz="2000" dirty="0" err="1">
                <a:sym typeface="Wingdings" panose="05000000000000000000" pitchFamily="2" charset="2"/>
              </a:rPr>
              <a:t>into</a:t>
            </a:r>
            <a:r>
              <a:rPr lang="fr-FR" sz="2000" dirty="0">
                <a:sym typeface="Wingdings" panose="05000000000000000000" pitchFamily="2" charset="2"/>
              </a:rPr>
              <a:t> training </a:t>
            </a:r>
            <a:r>
              <a:rPr lang="fr-FR" sz="2000" dirty="0" err="1">
                <a:sym typeface="Wingdings" panose="05000000000000000000" pitchFamily="2" charset="2"/>
              </a:rPr>
              <a:t>programmeS</a:t>
            </a:r>
            <a:r>
              <a:rPr lang="fr-FR" sz="2000" dirty="0">
                <a:sym typeface="Wingdings" panose="05000000000000000000" pitchFamily="2" charset="2"/>
              </a:rPr>
              <a:t> building (Theo </a:t>
            </a:r>
            <a:r>
              <a:rPr lang="fr-FR" sz="2000" dirty="0" err="1">
                <a:sym typeface="Wingdings" panose="05000000000000000000" pitchFamily="2" charset="2"/>
              </a:rPr>
              <a:t>K’s</a:t>
            </a:r>
            <a:r>
              <a:rPr lang="fr-FR" sz="2000" dirty="0">
                <a:sym typeface="Wingdings" panose="05000000000000000000" pitchFamily="2" charset="2"/>
              </a:rPr>
              <a:t> and Viktor </a:t>
            </a:r>
            <a:r>
              <a:rPr lang="fr-FR" sz="2000" dirty="0" err="1">
                <a:sym typeface="Wingdings" panose="05000000000000000000" pitchFamily="2" charset="2"/>
              </a:rPr>
              <a:t>K’s</a:t>
            </a:r>
            <a:r>
              <a:rPr lang="fr-FR" sz="2000" dirty="0">
                <a:sym typeface="Wingdings" panose="05000000000000000000" pitchFamily="2" charset="2"/>
              </a:rPr>
              <a:t> propositions</a:t>
            </a:r>
          </a:p>
          <a:p>
            <a:pPr marL="742950" lvl="1" indent="-285750">
              <a:buFont typeface="Arial" panose="020B0604020202020204" pitchFamily="34" charset="0"/>
              <a:buChar char="•"/>
            </a:pPr>
            <a:r>
              <a:rPr lang="fr-FR" sz="2000" dirty="0" err="1">
                <a:sym typeface="Wingdings" panose="05000000000000000000" pitchFamily="2" charset="2"/>
              </a:rPr>
              <a:t>Possibility</a:t>
            </a:r>
            <a:r>
              <a:rPr lang="fr-FR" sz="2000" dirty="0">
                <a:sym typeface="Wingdings" panose="05000000000000000000" pitchFamily="2" charset="2"/>
              </a:rPr>
              <a:t> of Training modules </a:t>
            </a:r>
            <a:r>
              <a:rPr lang="fr-FR" sz="2000" dirty="0" err="1">
                <a:sym typeface="Wingdings" panose="05000000000000000000" pitchFamily="2" charset="2"/>
              </a:rPr>
              <a:t>instead</a:t>
            </a:r>
            <a:r>
              <a:rPr lang="fr-FR" sz="2000" dirty="0">
                <a:sym typeface="Wingdings" panose="05000000000000000000" pitchFamily="2" charset="2"/>
              </a:rPr>
              <a:t> of </a:t>
            </a:r>
            <a:r>
              <a:rPr lang="fr-FR" sz="2000" dirty="0" err="1">
                <a:sym typeface="Wingdings" panose="05000000000000000000" pitchFamily="2" charset="2"/>
              </a:rPr>
              <a:t>Traning</a:t>
            </a:r>
            <a:r>
              <a:rPr lang="fr-FR" sz="2000" dirty="0">
                <a:sym typeface="Wingdings" panose="05000000000000000000" pitchFamily="2" charset="2"/>
              </a:rPr>
              <a:t> </a:t>
            </a:r>
            <a:r>
              <a:rPr lang="fr-FR" sz="2000" dirty="0" err="1">
                <a:sym typeface="Wingdings" panose="05000000000000000000" pitchFamily="2" charset="2"/>
              </a:rPr>
              <a:t>school</a:t>
            </a:r>
            <a:r>
              <a:rPr lang="fr-FR" sz="2000" dirty="0">
                <a:sym typeface="Wingdings" panose="05000000000000000000" pitchFamily="2" charset="2"/>
              </a:rPr>
              <a:t>?</a:t>
            </a:r>
          </a:p>
          <a:p>
            <a:pPr lvl="1"/>
            <a:endParaRPr lang="fr-FR" sz="2000" dirty="0">
              <a:sym typeface="Wingdings" panose="05000000000000000000" pitchFamily="2" charset="2"/>
            </a:endParaRPr>
          </a:p>
          <a:p>
            <a:endParaRPr lang="fr-FR" sz="2000" dirty="0">
              <a:sym typeface="Wingdings" panose="05000000000000000000" pitchFamily="2" charset="2"/>
            </a:endParaRPr>
          </a:p>
          <a:p>
            <a:pPr marL="285750" indent="-285750">
              <a:buFont typeface="Arial" panose="020B0604020202020204" pitchFamily="34" charset="0"/>
              <a:buChar char="•"/>
            </a:pPr>
            <a:r>
              <a:rPr lang="fr-FR" sz="2000" b="1" dirty="0">
                <a:sym typeface="Wingdings" panose="05000000000000000000" pitchFamily="2" charset="2"/>
              </a:rPr>
              <a:t>Next </a:t>
            </a:r>
            <a:r>
              <a:rPr lang="fr-FR" sz="2000" b="1" dirty="0" err="1">
                <a:sym typeface="Wingdings" panose="05000000000000000000" pitchFamily="2" charset="2"/>
              </a:rPr>
              <a:t>meeing</a:t>
            </a:r>
            <a:r>
              <a:rPr lang="fr-FR" sz="2000" b="1" dirty="0">
                <a:sym typeface="Wingdings" panose="05000000000000000000" pitchFamily="2" charset="2"/>
              </a:rPr>
              <a:t> = In-</a:t>
            </a:r>
            <a:r>
              <a:rPr lang="fr-FR" sz="2000" b="1" dirty="0" err="1">
                <a:sym typeface="Wingdings" panose="05000000000000000000" pitchFamily="2" charset="2"/>
              </a:rPr>
              <a:t>person</a:t>
            </a:r>
            <a:endParaRPr lang="fr-FR" sz="2000" b="1" dirty="0">
              <a:sym typeface="Wingdings" panose="05000000000000000000" pitchFamily="2" charset="2"/>
            </a:endParaRPr>
          </a:p>
          <a:p>
            <a:pPr marL="742950" lvl="1" indent="-285750">
              <a:buFont typeface="Arial" panose="020B0604020202020204" pitchFamily="34" charset="0"/>
              <a:buChar char="•"/>
            </a:pPr>
            <a:r>
              <a:rPr lang="fr-FR" sz="2000" dirty="0">
                <a:sym typeface="Wingdings" panose="05000000000000000000" pitchFamily="2" charset="2"/>
              </a:rPr>
              <a:t>Combine </a:t>
            </a:r>
            <a:r>
              <a:rPr lang="fr-FR" sz="2000" dirty="0" err="1">
                <a:sym typeface="Wingdings" panose="05000000000000000000" pitchFamily="2" charset="2"/>
              </a:rPr>
              <a:t>with</a:t>
            </a:r>
            <a:r>
              <a:rPr lang="fr-FR" sz="2000" dirty="0">
                <a:sym typeface="Wingdings" panose="05000000000000000000" pitchFamily="2" charset="2"/>
              </a:rPr>
              <a:t> LegacyLab2 meeting</a:t>
            </a:r>
          </a:p>
          <a:p>
            <a:pPr marL="1200150" lvl="2" indent="-285750">
              <a:buFont typeface="Arial" panose="020B0604020202020204" pitchFamily="34" charset="0"/>
              <a:buChar char="•"/>
            </a:pPr>
            <a:r>
              <a:rPr lang="fr-FR" sz="1600" b="1" dirty="0">
                <a:sym typeface="Wingdings" panose="05000000000000000000" pitchFamily="2" charset="2"/>
              </a:rPr>
              <a:t>At PORT, </a:t>
            </a:r>
            <a:r>
              <a:rPr lang="fr-FR" sz="1600" b="1" dirty="0" err="1">
                <a:sym typeface="Wingdings" panose="05000000000000000000" pitchFamily="2" charset="2"/>
              </a:rPr>
              <a:t>near</a:t>
            </a:r>
            <a:r>
              <a:rPr lang="fr-FR" sz="1600" b="1" dirty="0">
                <a:sym typeface="Wingdings" panose="05000000000000000000" pitchFamily="2" charset="2"/>
              </a:rPr>
              <a:t> Wroclaw, </a:t>
            </a:r>
            <a:r>
              <a:rPr lang="fr-FR" sz="1600" b="1" dirty="0" err="1">
                <a:sym typeface="Wingdings" panose="05000000000000000000" pitchFamily="2" charset="2"/>
              </a:rPr>
              <a:t>Poland</a:t>
            </a:r>
            <a:r>
              <a:rPr lang="fr-FR" sz="1600" b="1" dirty="0">
                <a:sym typeface="Wingdings" panose="05000000000000000000" pitchFamily="2" charset="2"/>
              </a:rPr>
              <a:t> (at </a:t>
            </a:r>
            <a:r>
              <a:rPr lang="fr-FR" sz="1600" b="1" dirty="0" err="1">
                <a:sym typeface="Wingdings" panose="05000000000000000000" pitchFamily="2" charset="2"/>
              </a:rPr>
              <a:t>Ivy’s</a:t>
            </a:r>
            <a:r>
              <a:rPr lang="fr-FR" sz="1600" b="1" dirty="0">
                <a:sym typeface="Wingdings" panose="05000000000000000000" pitchFamily="2" charset="2"/>
              </a:rPr>
              <a:t>) 19-21/10</a:t>
            </a:r>
          </a:p>
          <a:p>
            <a:pPr marL="1200150" lvl="2" indent="-285750">
              <a:buFont typeface="Arial" panose="020B0604020202020204" pitchFamily="34" charset="0"/>
              <a:buChar char="•"/>
            </a:pPr>
            <a:r>
              <a:rPr lang="fr-FR" sz="1600" b="1" dirty="0">
                <a:sym typeface="Wingdings" panose="05000000000000000000" pitchFamily="2" charset="2"/>
              </a:rPr>
              <a:t>At NCBJ, </a:t>
            </a:r>
            <a:r>
              <a:rPr lang="fr-FR" sz="1600" b="1" dirty="0" err="1">
                <a:sym typeface="Wingdings" panose="05000000000000000000" pitchFamily="2" charset="2"/>
              </a:rPr>
              <a:t>near</a:t>
            </a:r>
            <a:r>
              <a:rPr lang="fr-FR" sz="1600" b="1" dirty="0">
                <a:sym typeface="Wingdings" panose="05000000000000000000" pitchFamily="2" charset="2"/>
              </a:rPr>
              <a:t> </a:t>
            </a:r>
            <a:r>
              <a:rPr lang="fr-FR" sz="1600" b="1" dirty="0" err="1">
                <a:sym typeface="Wingdings" panose="05000000000000000000" pitchFamily="2" charset="2"/>
              </a:rPr>
              <a:t>Warswa</a:t>
            </a:r>
            <a:r>
              <a:rPr lang="fr-FR" sz="1600" b="1" dirty="0">
                <a:sym typeface="Wingdings" panose="05000000000000000000" pitchFamily="2" charset="2"/>
              </a:rPr>
              <a:t>, </a:t>
            </a:r>
            <a:r>
              <a:rPr lang="fr-FR" sz="1600" b="1" dirty="0" err="1">
                <a:sym typeface="Wingdings" panose="05000000000000000000" pitchFamily="2" charset="2"/>
              </a:rPr>
              <a:t>Poland</a:t>
            </a:r>
            <a:r>
              <a:rPr lang="fr-FR" sz="1600" b="1" dirty="0">
                <a:sym typeface="Wingdings" panose="05000000000000000000" pitchFamily="2" charset="2"/>
              </a:rPr>
              <a:t> (</a:t>
            </a:r>
            <a:r>
              <a:rPr lang="fr-FR" sz="1600" b="1" dirty="0" err="1">
                <a:sym typeface="Wingdings" panose="05000000000000000000" pitchFamily="2" charset="2"/>
              </a:rPr>
              <a:t>Jarek’s</a:t>
            </a:r>
            <a:r>
              <a:rPr lang="fr-FR" sz="1600" b="1" dirty="0">
                <a:sym typeface="Wingdings" panose="05000000000000000000" pitchFamily="2" charset="2"/>
              </a:rPr>
              <a:t>) 5-7/10</a:t>
            </a:r>
          </a:p>
          <a:p>
            <a:pPr marL="742950" lvl="1" indent="-285750">
              <a:buFont typeface="Arial" panose="020B0604020202020204" pitchFamily="34" charset="0"/>
              <a:buChar char="•"/>
            </a:pPr>
            <a:r>
              <a:rPr lang="fr-FR" sz="2000" dirty="0">
                <a:sym typeface="Wingdings" panose="05000000000000000000" pitchFamily="2" charset="2"/>
              </a:rPr>
              <a:t>3 </a:t>
            </a:r>
            <a:r>
              <a:rPr lang="fr-FR" sz="2000" dirty="0" err="1">
                <a:sym typeface="Wingdings" panose="05000000000000000000" pitchFamily="2" charset="2"/>
              </a:rPr>
              <a:t>days</a:t>
            </a:r>
            <a:endParaRPr lang="fr-FR" sz="2000" dirty="0">
              <a:sym typeface="Wingdings" panose="05000000000000000000" pitchFamily="2" charset="2"/>
            </a:endParaRPr>
          </a:p>
          <a:p>
            <a:pPr marL="742950" lvl="1" indent="-285750">
              <a:buFont typeface="Arial" panose="020B0604020202020204" pitchFamily="34" charset="0"/>
              <a:buChar char="•"/>
            </a:pPr>
            <a:r>
              <a:rPr lang="fr-FR" sz="2000" dirty="0">
                <a:sym typeface="Wingdings" panose="05000000000000000000" pitchFamily="2" charset="2"/>
              </a:rPr>
              <a:t>½ </a:t>
            </a:r>
            <a:r>
              <a:rPr lang="fr-FR" sz="2000" dirty="0" err="1">
                <a:sym typeface="Wingdings" panose="05000000000000000000" pitchFamily="2" charset="2"/>
              </a:rPr>
              <a:t>day</a:t>
            </a:r>
            <a:r>
              <a:rPr lang="fr-FR" sz="2000" dirty="0">
                <a:sym typeface="Wingdings" panose="05000000000000000000" pitchFamily="2" charset="2"/>
              </a:rPr>
              <a:t> online MC meeting +</a:t>
            </a:r>
          </a:p>
          <a:p>
            <a:pPr marL="742950" lvl="1" indent="-285750">
              <a:buFont typeface="Arial" panose="020B0604020202020204" pitchFamily="34" charset="0"/>
              <a:buChar char="•"/>
            </a:pPr>
            <a:r>
              <a:rPr lang="fr-FR" sz="2000" dirty="0" err="1">
                <a:sym typeface="Wingdings" panose="05000000000000000000" pitchFamily="2" charset="2"/>
              </a:rPr>
              <a:t>ChainMap</a:t>
            </a:r>
            <a:r>
              <a:rPr lang="fr-FR" sz="2000" dirty="0">
                <a:sym typeface="Wingdings" panose="05000000000000000000" pitchFamily="2" charset="2"/>
              </a:rPr>
              <a:t> B2B expert </a:t>
            </a:r>
            <a:r>
              <a:rPr lang="fr-FR" sz="2000" dirty="0" err="1">
                <a:sym typeface="Wingdings" panose="05000000000000000000" pitchFamily="2" charset="2"/>
              </a:rPr>
              <a:t>list</a:t>
            </a:r>
            <a:r>
              <a:rPr lang="fr-FR" sz="2000" dirty="0">
                <a:sym typeface="Wingdings" panose="05000000000000000000" pitchFamily="2" charset="2"/>
              </a:rPr>
              <a:t> on-</a:t>
            </a:r>
            <a:r>
              <a:rPr lang="fr-FR" sz="2000" dirty="0" err="1">
                <a:sym typeface="Wingdings" panose="05000000000000000000" pitchFamily="2" charset="2"/>
              </a:rPr>
              <a:t>boarding</a:t>
            </a:r>
            <a:endParaRPr lang="fr-FR" sz="2000" dirty="0">
              <a:sym typeface="Wingdings" panose="05000000000000000000" pitchFamily="2" charset="2"/>
            </a:endParaRPr>
          </a:p>
          <a:p>
            <a:pPr marL="742950" lvl="1" indent="-285750">
              <a:buFont typeface="Arial" panose="020B0604020202020204" pitchFamily="34" charset="0"/>
              <a:buChar char="•"/>
            </a:pPr>
            <a:r>
              <a:rPr lang="fr-FR" sz="2000" dirty="0">
                <a:sym typeface="Wingdings" panose="05000000000000000000" pitchFamily="2" charset="2"/>
              </a:rPr>
              <a:t>More information via email and Slack + </a:t>
            </a:r>
            <a:r>
              <a:rPr lang="fr-FR" sz="2000" dirty="0" err="1">
                <a:sym typeface="Wingdings" panose="05000000000000000000" pitchFamily="2" charset="2"/>
              </a:rPr>
              <a:t>next</a:t>
            </a:r>
            <a:r>
              <a:rPr lang="fr-FR" sz="2000" dirty="0">
                <a:sym typeface="Wingdings" panose="05000000000000000000" pitchFamily="2" charset="2"/>
              </a:rPr>
              <a:t> </a:t>
            </a:r>
            <a:r>
              <a:rPr lang="fr-FR" sz="2000" dirty="0" err="1">
                <a:sym typeface="Wingdings" panose="05000000000000000000" pitchFamily="2" charset="2"/>
              </a:rPr>
              <a:t>monthly</a:t>
            </a:r>
            <a:r>
              <a:rPr lang="fr-FR" sz="2000" dirty="0">
                <a:sym typeface="Wingdings" panose="05000000000000000000" pitchFamily="2" charset="2"/>
              </a:rPr>
              <a:t> update</a:t>
            </a:r>
            <a:endParaRPr lang="fr-FR" sz="2000" dirty="0"/>
          </a:p>
          <a:p>
            <a:endParaRPr lang="fr-FR" sz="2000" u="sng" dirty="0"/>
          </a:p>
          <a:p>
            <a:endParaRPr lang="fr-FR" sz="2000" dirty="0"/>
          </a:p>
        </p:txBody>
      </p:sp>
      <p:pic>
        <p:nvPicPr>
          <p:cNvPr id="9" name="Image 8">
            <a:extLst>
              <a:ext uri="{FF2B5EF4-FFF2-40B4-BE49-F238E27FC236}">
                <a16:creationId xmlns:a16="http://schemas.microsoft.com/office/drawing/2014/main" id="{FC130544-DED8-42FE-BE29-9AA04D57F3BD}"/>
              </a:ext>
            </a:extLst>
          </p:cNvPr>
          <p:cNvPicPr>
            <a:picLocks noChangeAspect="1"/>
          </p:cNvPicPr>
          <p:nvPr/>
        </p:nvPicPr>
        <p:blipFill>
          <a:blip r:embed="rId4"/>
          <a:stretch>
            <a:fillRect/>
          </a:stretch>
        </p:blipFill>
        <p:spPr>
          <a:xfrm>
            <a:off x="8505065" y="3007902"/>
            <a:ext cx="2954269" cy="2584984"/>
          </a:xfrm>
          <a:prstGeom prst="rect">
            <a:avLst/>
          </a:prstGeom>
        </p:spPr>
      </p:pic>
      <p:pic>
        <p:nvPicPr>
          <p:cNvPr id="11" name="Image 10">
            <a:extLst>
              <a:ext uri="{FF2B5EF4-FFF2-40B4-BE49-F238E27FC236}">
                <a16:creationId xmlns:a16="http://schemas.microsoft.com/office/drawing/2014/main" id="{DC495625-30F6-42E0-AA73-E632BCE006E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352215"/>
            <a:ext cx="1794856" cy="1211529"/>
          </a:xfrm>
          <a:prstGeom prst="rect">
            <a:avLst/>
          </a:prstGeom>
        </p:spPr>
      </p:pic>
    </p:spTree>
    <p:extLst>
      <p:ext uri="{BB962C8B-B14F-4D97-AF65-F5344CB8AC3E}">
        <p14:creationId xmlns:p14="http://schemas.microsoft.com/office/powerpoint/2010/main" val="42819789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677291"/>
          </a:xfrm>
        </p:spPr>
        <p:txBody>
          <a:bodyPr>
            <a:normAutofit/>
          </a:bodyPr>
          <a:lstStyle/>
          <a:p>
            <a:r>
              <a:rPr lang="en-US" sz="2000" b="1" dirty="0">
                <a:latin typeface="Arial" panose="020B0604020202020204" pitchFamily="34" charset="0"/>
                <a:cs typeface="Arial" panose="020B0604020202020204" pitchFamily="34" charset="0"/>
              </a:rPr>
              <a:t>1. The PRISM Project – Viktor Kislyuk (KNU Ukraine)</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a:t>
            </a:r>
            <a:r>
              <a:rPr lang="en-US" sz="2000" b="1" dirty="0">
                <a:latin typeface="Arial" panose="020B0604020202020204" pitchFamily="34" charset="0"/>
                <a:cs typeface="Arial" panose="020B0604020202020204" pitchFamily="34" charset="0"/>
              </a:rPr>
              <a:t>P</a:t>
            </a:r>
            <a:r>
              <a:rPr lang="en-US" sz="2000" dirty="0">
                <a:latin typeface="Arial" panose="020B0604020202020204" pitchFamily="34" charset="0"/>
                <a:cs typeface="Arial" panose="020B0604020202020204" pitchFamily="34" charset="0"/>
              </a:rPr>
              <a:t>hysics and Materials Science </a:t>
            </a:r>
            <a:r>
              <a:rPr lang="en-US" sz="2000" b="1" dirty="0">
                <a:latin typeface="Arial" panose="020B0604020202020204" pitchFamily="34" charset="0"/>
                <a:cs typeface="Arial" panose="020B0604020202020204" pitchFamily="34" charset="0"/>
              </a:rPr>
              <a:t>R</a:t>
            </a:r>
            <a:r>
              <a:rPr lang="en-US" sz="2000" dirty="0">
                <a:latin typeface="Arial" panose="020B0604020202020204" pitchFamily="34" charset="0"/>
                <a:cs typeface="Arial" panose="020B0604020202020204" pitchFamily="34" charset="0"/>
              </a:rPr>
              <a:t>esearch </a:t>
            </a:r>
            <a:r>
              <a:rPr lang="en-US" sz="2000" b="1" dirty="0">
                <a:latin typeface="Arial" panose="020B0604020202020204" pitchFamily="34" charset="0"/>
                <a:cs typeface="Arial" panose="020B0604020202020204" pitchFamily="34" charset="0"/>
              </a:rPr>
              <a:t>I</a:t>
            </a:r>
            <a:r>
              <a:rPr lang="en-US" sz="2000" dirty="0">
                <a:latin typeface="Arial" panose="020B0604020202020204" pitchFamily="34" charset="0"/>
                <a:cs typeface="Arial" panose="020B0604020202020204" pitchFamily="34" charset="0"/>
              </a:rPr>
              <a:t>ntegration through </a:t>
            </a:r>
            <a:r>
              <a:rPr lang="en-US" sz="2000" b="1" dirty="0">
                <a:latin typeface="Arial" panose="020B0604020202020204" pitchFamily="34" charset="0"/>
                <a:cs typeface="Arial" panose="020B0604020202020204" pitchFamily="34" charset="0"/>
              </a:rPr>
              <a:t>S</a:t>
            </a:r>
            <a:r>
              <a:rPr lang="en-US" sz="2000" dirty="0">
                <a:latin typeface="Arial" panose="020B0604020202020204" pitchFamily="34" charset="0"/>
                <a:cs typeface="Arial" panose="020B0604020202020204" pitchFamily="34" charset="0"/>
              </a:rPr>
              <a:t>calable </a:t>
            </a:r>
            <a:r>
              <a:rPr lang="en-US" sz="2000" b="1" dirty="0">
                <a:latin typeface="Arial" panose="020B0604020202020204" pitchFamily="34" charset="0"/>
                <a:cs typeface="Arial" panose="020B0604020202020204" pitchFamily="34" charset="0"/>
              </a:rPr>
              <a:t>M</a:t>
            </a:r>
            <a:r>
              <a:rPr lang="en-US" sz="2000" dirty="0">
                <a:latin typeface="Arial" panose="020B0604020202020204" pitchFamily="34" charset="0"/>
                <a:cs typeface="Arial" panose="020B0604020202020204" pitchFamily="34" charset="0"/>
              </a:rPr>
              <a:t>odules)</a:t>
            </a:r>
          </a:p>
        </p:txBody>
      </p:sp>
      <p:sp>
        <p:nvSpPr>
          <p:cNvPr id="3" name="Объект 2"/>
          <p:cNvSpPr>
            <a:spLocks noGrp="1"/>
          </p:cNvSpPr>
          <p:nvPr>
            <p:ph idx="1"/>
          </p:nvPr>
        </p:nvSpPr>
        <p:spPr>
          <a:xfrm>
            <a:off x="838200" y="1143000"/>
            <a:ext cx="10515600" cy="5367528"/>
          </a:xfrm>
        </p:spPr>
        <p:txBody>
          <a:bodyPr>
            <a:noAutofit/>
          </a:bodyPr>
          <a:lstStyle/>
          <a:p>
            <a:pPr marL="0" indent="0">
              <a:buNone/>
            </a:pPr>
            <a:r>
              <a:rPr lang="en-US" sz="1600" b="1" dirty="0">
                <a:latin typeface="Arial" panose="020B0604020202020204" pitchFamily="34" charset="0"/>
                <a:cs typeface="Arial" panose="020B0604020202020204" pitchFamily="34" charset="0"/>
              </a:rPr>
              <a:t>Tech Baseline:</a:t>
            </a:r>
            <a:r>
              <a:rPr lang="en-US" sz="1600" dirty="0">
                <a:latin typeface="Arial" panose="020B0604020202020204" pitchFamily="34" charset="0"/>
                <a:cs typeface="Arial" panose="020B0604020202020204" pitchFamily="34" charset="0"/>
              </a:rPr>
              <a:t> Moving beyond </a:t>
            </a:r>
            <a:r>
              <a:rPr lang="en-US" sz="1600" b="1" dirty="0">
                <a:latin typeface="Arial" panose="020B0604020202020204" pitchFamily="34" charset="0"/>
                <a:cs typeface="Arial" panose="020B0604020202020204" pitchFamily="34" charset="0"/>
              </a:rPr>
              <a:t>Moodle</a:t>
            </a:r>
            <a:r>
              <a:rPr lang="en-US" sz="1600" dirty="0">
                <a:latin typeface="Arial" panose="020B0604020202020204" pitchFamily="34" charset="0"/>
                <a:cs typeface="Arial" panose="020B0604020202020204" pitchFamily="34" charset="0"/>
              </a:rPr>
              <a:t> to </a:t>
            </a:r>
            <a:r>
              <a:rPr lang="en-US" sz="1600" b="1" dirty="0">
                <a:latin typeface="Arial" panose="020B0604020202020204" pitchFamily="34" charset="0"/>
                <a:cs typeface="Arial" panose="020B0604020202020204" pitchFamily="34" charset="0"/>
              </a:rPr>
              <a:t>Open </a:t>
            </a:r>
            <a:r>
              <a:rPr lang="en-US" sz="1600" b="1" dirty="0" err="1">
                <a:latin typeface="Arial" panose="020B0604020202020204" pitchFamily="34" charset="0"/>
                <a:cs typeface="Arial" panose="020B0604020202020204" pitchFamily="34" charset="0"/>
              </a:rPr>
              <a:t>edX</a:t>
            </a:r>
            <a:r>
              <a:rPr lang="en-US" sz="1600" b="1"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 the premier enterprise virtual learning framework supported by </a:t>
            </a:r>
            <a:r>
              <a:rPr lang="en-US" sz="1600" b="1" dirty="0">
                <a:latin typeface="Arial" panose="020B0604020202020204" pitchFamily="34" charset="0"/>
                <a:cs typeface="Arial" panose="020B0604020202020204" pitchFamily="34" charset="0"/>
              </a:rPr>
              <a:t>Microsoft, Harvard, and MIT  </a:t>
            </a:r>
            <a:r>
              <a:rPr lang="en-US" sz="1600" dirty="0">
                <a:latin typeface="Arial" panose="020B0604020202020204" pitchFamily="34" charset="0"/>
                <a:cs typeface="Arial" panose="020B0604020202020204" pitchFamily="34" charset="0"/>
              </a:rPr>
              <a:t>(infrastructure currently being deployed by KNU) to host virtual labs using real experimental data arrays (CSV/noisy signals).</a:t>
            </a:r>
          </a:p>
          <a:p>
            <a:pPr marL="0" indent="0">
              <a:buNone/>
            </a:pPr>
            <a:r>
              <a:rPr lang="en-US" sz="1600" b="1" dirty="0">
                <a:latin typeface="Arial" panose="020B0604020202020204" pitchFamily="34" charset="0"/>
                <a:cs typeface="Arial" panose="020B0604020202020204" pitchFamily="34" charset="0"/>
              </a:rPr>
              <a:t>3-Tier Structure:</a:t>
            </a:r>
            <a:r>
              <a:rPr lang="en-US" sz="1600" dirty="0">
                <a:latin typeface="Arial" panose="020B0604020202020204" pitchFamily="34" charset="0"/>
                <a:cs typeface="Arial" panose="020B0604020202020204" pitchFamily="34" charset="0"/>
              </a:rPr>
              <a:t> </a:t>
            </a:r>
            <a:r>
              <a:rPr lang="en-US" sz="1600" i="1" dirty="0">
                <a:latin typeface="Arial" panose="020B0604020202020204" pitchFamily="34" charset="0"/>
                <a:cs typeface="Arial" panose="020B0604020202020204" pitchFamily="34" charset="0"/>
              </a:rPr>
              <a:t>Tier 1 (Foundation):</a:t>
            </a:r>
            <a:r>
              <a:rPr lang="en-US" sz="1600" dirty="0">
                <a:latin typeface="Arial" panose="020B0604020202020204" pitchFamily="34" charset="0"/>
                <a:cs typeface="Arial" panose="020B0604020202020204" pitchFamily="34" charset="0"/>
              </a:rPr>
              <a:t> High schools (via Lyceum); </a:t>
            </a:r>
            <a:r>
              <a:rPr lang="en-US" sz="1600" i="1" dirty="0">
                <a:solidFill>
                  <a:srgbClr val="FF0000"/>
                </a:solidFill>
                <a:latin typeface="Arial" panose="020B0604020202020204" pitchFamily="34" charset="0"/>
                <a:cs typeface="Arial" panose="020B0604020202020204" pitchFamily="34" charset="0"/>
              </a:rPr>
              <a:t>Tier 2 (Core):</a:t>
            </a:r>
            <a:r>
              <a:rPr lang="en-US" sz="1600" dirty="0">
                <a:solidFill>
                  <a:srgbClr val="FF0000"/>
                </a:solidFill>
                <a:latin typeface="Arial" panose="020B0604020202020204" pitchFamily="34" charset="0"/>
                <a:cs typeface="Arial" panose="020B0604020202020204" pitchFamily="34" charset="0"/>
              </a:rPr>
              <a:t> BSc lab workflows (Spectroscopy/Characterization)</a:t>
            </a:r>
            <a:r>
              <a:rPr lang="en-US" sz="1600" dirty="0">
                <a:latin typeface="Arial" panose="020B0604020202020204" pitchFamily="34" charset="0"/>
                <a:cs typeface="Arial" panose="020B0604020202020204" pitchFamily="34" charset="0"/>
              </a:rPr>
              <a:t>; </a:t>
            </a:r>
            <a:r>
              <a:rPr lang="en-US" sz="1600" i="1" dirty="0">
                <a:latin typeface="Arial" panose="020B0604020202020204" pitchFamily="34" charset="0"/>
                <a:cs typeface="Arial" panose="020B0604020202020204" pitchFamily="34" charset="0"/>
              </a:rPr>
              <a:t>Tier 3 (Advanced):</a:t>
            </a:r>
            <a:r>
              <a:rPr lang="en-US" sz="1600" dirty="0">
                <a:latin typeface="Arial" panose="020B0604020202020204" pitchFamily="34" charset="0"/>
                <a:cs typeface="Arial" panose="020B0604020202020204" pitchFamily="34" charset="0"/>
              </a:rPr>
              <a:t> MSc/PhD modules bridging frontier physics with academic publishing.</a:t>
            </a:r>
          </a:p>
          <a:p>
            <a:pPr marL="0" indent="0">
              <a:buNone/>
            </a:pPr>
            <a:r>
              <a:rPr lang="en-US" sz="1600" b="1" dirty="0">
                <a:latin typeface="Arial" panose="020B0604020202020204" pitchFamily="34" charset="0"/>
                <a:cs typeface="Arial" panose="020B0604020202020204" pitchFamily="34" charset="0"/>
              </a:rPr>
              <a:t>Consortium Status:</a:t>
            </a:r>
            <a:r>
              <a:rPr lang="uk-UA" sz="1600" b="1" dirty="0">
                <a:latin typeface="Arial" panose="020B0604020202020204" pitchFamily="34" charset="0"/>
                <a:cs typeface="Arial" panose="020B0604020202020204" pitchFamily="34" charset="0"/>
              </a:rPr>
              <a:t> </a:t>
            </a:r>
            <a:r>
              <a:rPr lang="en-US" sz="1600" i="1" dirty="0">
                <a:latin typeface="Arial" panose="020B0604020202020204" pitchFamily="34" charset="0"/>
                <a:cs typeface="Arial" panose="020B0604020202020204" pitchFamily="34" charset="0"/>
              </a:rPr>
              <a:t>Lead Coordinator:</a:t>
            </a:r>
            <a:r>
              <a:rPr lang="en-US" sz="1600" dirty="0">
                <a:latin typeface="Arial" panose="020B0604020202020204" pitchFamily="34" charset="0"/>
                <a:cs typeface="Arial" panose="020B0604020202020204" pitchFamily="34" charset="0"/>
              </a:rPr>
              <a:t> </a:t>
            </a:r>
            <a:r>
              <a:rPr lang="en-US" sz="1600" b="1" dirty="0">
                <a:latin typeface="Arial" panose="020B0604020202020204" pitchFamily="34" charset="0"/>
                <a:cs typeface="Arial" panose="020B0604020202020204" pitchFamily="34" charset="0"/>
              </a:rPr>
              <a:t>KNU</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Taras</a:t>
            </a:r>
            <a:r>
              <a:rPr lang="en-US" sz="1600" dirty="0">
                <a:latin typeface="Arial" panose="020B0604020202020204" pitchFamily="34" charset="0"/>
                <a:cs typeface="Arial" panose="020B0604020202020204" pitchFamily="34" charset="0"/>
              </a:rPr>
              <a:t> Shevchenko National University of Kyiv, Ukraine); </a:t>
            </a:r>
            <a:r>
              <a:rPr lang="en-US" sz="1600" i="1" dirty="0">
                <a:latin typeface="Arial" panose="020B0604020202020204" pitchFamily="34" charset="0"/>
                <a:cs typeface="Arial" panose="020B0604020202020204" pitchFamily="34" charset="0"/>
              </a:rPr>
              <a:t>Expressed Strong Interest :</a:t>
            </a:r>
            <a:r>
              <a:rPr lang="en-US" sz="1600" dirty="0">
                <a:latin typeface="Arial" panose="020B0604020202020204" pitchFamily="34" charset="0"/>
                <a:cs typeface="Arial" panose="020B0604020202020204" pitchFamily="34" charset="0"/>
              </a:rPr>
              <a:t> </a:t>
            </a:r>
            <a:r>
              <a:rPr lang="en-US" sz="1600" b="1" dirty="0">
                <a:latin typeface="Arial" panose="020B0604020202020204" pitchFamily="34" charset="0"/>
                <a:cs typeface="Arial" panose="020B0604020202020204" pitchFamily="34" charset="0"/>
              </a:rPr>
              <a:t>Univ. of Thessaly</a:t>
            </a:r>
            <a:r>
              <a:rPr lang="en-US" sz="1600" dirty="0">
                <a:latin typeface="Arial" panose="020B0604020202020204" pitchFamily="34" charset="0"/>
                <a:cs typeface="Arial" panose="020B0604020202020204" pitchFamily="34" charset="0"/>
              </a:rPr>
              <a:t>, Greece (Prof. T. E. </a:t>
            </a:r>
            <a:r>
              <a:rPr lang="en-US" sz="1600" dirty="0" err="1">
                <a:latin typeface="Arial" panose="020B0604020202020204" pitchFamily="34" charset="0"/>
                <a:cs typeface="Arial" panose="020B0604020202020204" pitchFamily="34" charset="0"/>
              </a:rPr>
              <a:t>Karakasidis</a:t>
            </a:r>
            <a:r>
              <a:rPr lang="en-US" sz="1600" dirty="0">
                <a:latin typeface="Arial" panose="020B0604020202020204" pitchFamily="34" charset="0"/>
                <a:cs typeface="Arial" panose="020B0604020202020204" pitchFamily="34" charset="0"/>
              </a:rPr>
              <a:t>).</a:t>
            </a:r>
            <a:r>
              <a:rPr lang="uk-UA" sz="1600" dirty="0">
                <a:latin typeface="Arial" panose="020B0604020202020204" pitchFamily="34" charset="0"/>
                <a:cs typeface="Arial" panose="020B0604020202020204" pitchFamily="34" charset="0"/>
              </a:rPr>
              <a:t> </a:t>
            </a:r>
            <a:r>
              <a:rPr lang="en-US" sz="1600" b="1" dirty="0">
                <a:latin typeface="Arial" panose="020B0604020202020204" pitchFamily="34" charset="0"/>
                <a:cs typeface="Arial" panose="020B0604020202020204" pitchFamily="34" charset="0"/>
              </a:rPr>
              <a:t>METU</a:t>
            </a:r>
            <a:r>
              <a:rPr lang="uk-UA" sz="1600"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&amp; Turkey (Prof. T. </a:t>
            </a:r>
            <a:r>
              <a:rPr lang="en-US" sz="1600" dirty="0" err="1">
                <a:latin typeface="Arial" panose="020B0604020202020204" pitchFamily="34" charset="0"/>
                <a:cs typeface="Arial" panose="020B0604020202020204" pitchFamily="34" charset="0"/>
              </a:rPr>
              <a:t>Yalçınkaya</a:t>
            </a:r>
            <a:r>
              <a:rPr lang="en-US" sz="1600" dirty="0">
                <a:latin typeface="Arial" panose="020B0604020202020204" pitchFamily="34" charset="0"/>
                <a:cs typeface="Arial" panose="020B0604020202020204" pitchFamily="34" charset="0"/>
              </a:rPr>
              <a:t>). </a:t>
            </a:r>
            <a:r>
              <a:rPr lang="en-US" sz="1600" i="1" dirty="0">
                <a:latin typeface="Arial" panose="020B0604020202020204" pitchFamily="34" charset="0"/>
                <a:cs typeface="Arial" panose="020B0604020202020204" pitchFamily="34" charset="0"/>
              </a:rPr>
              <a:t>Confirmed: </a:t>
            </a:r>
            <a:r>
              <a:rPr lang="en-US" sz="1600" b="1" dirty="0">
                <a:latin typeface="Arial" panose="020B0604020202020204" pitchFamily="34" charset="0"/>
                <a:cs typeface="Arial" panose="020B0604020202020204" pitchFamily="34" charset="0"/>
              </a:rPr>
              <a:t>IMP NASU</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Kurdyumov</a:t>
            </a:r>
            <a:r>
              <a:rPr lang="en-US" sz="1600" dirty="0">
                <a:latin typeface="Arial" panose="020B0604020202020204" pitchFamily="34" charset="0"/>
                <a:cs typeface="Arial" panose="020B0604020202020204" pitchFamily="34" charset="0"/>
              </a:rPr>
              <a:t> Institute for Metal Physics) </a:t>
            </a:r>
            <a:endParaRPr lang="en-US" sz="1600" i="1" dirty="0">
              <a:latin typeface="Arial" panose="020B0604020202020204" pitchFamily="34" charset="0"/>
              <a:cs typeface="Arial" panose="020B0604020202020204" pitchFamily="34" charset="0"/>
            </a:endParaRPr>
          </a:p>
          <a:p>
            <a:pPr marL="0" indent="0">
              <a:spcBef>
                <a:spcPts val="0"/>
              </a:spcBef>
              <a:buNone/>
            </a:pPr>
            <a:r>
              <a:rPr lang="en-US" sz="1600" i="1" dirty="0">
                <a:latin typeface="Arial" panose="020B0604020202020204" pitchFamily="34" charset="0"/>
                <a:cs typeface="Arial" panose="020B0604020202020204" pitchFamily="34" charset="0"/>
              </a:rPr>
              <a:t>In Progress (Ukraine):</a:t>
            </a:r>
            <a:r>
              <a:rPr lang="en-US" sz="1600" dirty="0">
                <a:latin typeface="Arial" panose="020B0604020202020204" pitchFamily="34" charset="0"/>
                <a:cs typeface="Arial" panose="020B0604020202020204" pitchFamily="34" charset="0"/>
              </a:rPr>
              <a:t> </a:t>
            </a:r>
            <a:r>
              <a:rPr lang="en-US" sz="1600" b="1" dirty="0">
                <a:latin typeface="Arial" panose="020B0604020202020204" pitchFamily="34" charset="0"/>
                <a:cs typeface="Arial" panose="020B0604020202020204" pitchFamily="34" charset="0"/>
              </a:rPr>
              <a:t>KAU</a:t>
            </a:r>
            <a:r>
              <a:rPr lang="en-US" sz="1600" dirty="0">
                <a:latin typeface="Arial" panose="020B0604020202020204" pitchFamily="34" charset="0"/>
                <a:cs typeface="Arial" panose="020B0604020202020204" pitchFamily="34" charset="0"/>
              </a:rPr>
              <a:t> (Kyiv Academic University) – active partnership.</a:t>
            </a:r>
          </a:p>
          <a:p>
            <a:pPr marL="0" indent="0">
              <a:buNone/>
            </a:pPr>
            <a:r>
              <a:rPr lang="en-US" sz="1600" b="1" u="sng" dirty="0">
                <a:latin typeface="Arial" panose="020B0604020202020204" pitchFamily="34" charset="0"/>
                <a:cs typeface="Arial" panose="020B0604020202020204" pitchFamily="34" charset="0"/>
              </a:rPr>
              <a:t>Option: Capacity Building in Higher Education (CBHE) — </a:t>
            </a:r>
            <a:r>
              <a:rPr lang="en-US" sz="1600" b="1" u="sng" dirty="0">
                <a:solidFill>
                  <a:srgbClr val="FF0000"/>
                </a:solidFill>
                <a:latin typeface="Arial" panose="020B0604020202020204" pitchFamily="34" charset="0"/>
                <a:cs typeface="Arial" panose="020B0604020202020204" pitchFamily="34" charset="0"/>
              </a:rPr>
              <a:t>Strand 2</a:t>
            </a:r>
            <a:endParaRPr lang="en-US" sz="1600" u="sng" dirty="0">
              <a:solidFill>
                <a:srgbClr val="FF0000"/>
              </a:solidFill>
              <a:latin typeface="Arial" panose="020B0604020202020204" pitchFamily="34" charset="0"/>
              <a:cs typeface="Arial" panose="020B0604020202020204" pitchFamily="34" charset="0"/>
            </a:endParaRPr>
          </a:p>
          <a:p>
            <a:pPr marL="0" indent="0">
              <a:buNone/>
            </a:pPr>
            <a:r>
              <a:rPr lang="en-US" sz="1600" b="1" dirty="0">
                <a:latin typeface="Arial" panose="020B0604020202020204" pitchFamily="34" charset="0"/>
                <a:cs typeface="Arial" panose="020B0604020202020204" pitchFamily="34" charset="0"/>
              </a:rPr>
              <a:t>Call &amp; Code (Provisional):</a:t>
            </a:r>
            <a:r>
              <a:rPr lang="en-US" sz="1600" dirty="0">
                <a:latin typeface="Arial" panose="020B0604020202020204" pitchFamily="34" charset="0"/>
                <a:cs typeface="Arial" panose="020B0604020202020204" pitchFamily="34" charset="0"/>
              </a:rPr>
              <a:t> </a:t>
            </a:r>
            <a:r>
              <a:rPr lang="en-US" sz="1600" dirty="0">
                <a:solidFill>
                  <a:srgbClr val="FF0000"/>
                </a:solidFill>
                <a:latin typeface="Arial" panose="020B0604020202020204" pitchFamily="34" charset="0"/>
                <a:cs typeface="Arial" panose="020B0604020202020204" pitchFamily="34" charset="0"/>
              </a:rPr>
              <a:t>ERASMUS-EDU-2027-CBHE</a:t>
            </a:r>
            <a:r>
              <a:rPr lang="en-US" sz="1600" dirty="0">
                <a:latin typeface="Arial" panose="020B0604020202020204" pitchFamily="34" charset="0"/>
                <a:cs typeface="Arial" panose="020B0604020202020204" pitchFamily="34" charset="0"/>
              </a:rPr>
              <a:t> </a:t>
            </a:r>
            <a:r>
              <a:rPr lang="en-US" sz="1600" i="1" dirty="0">
                <a:latin typeface="Arial" panose="020B0604020202020204" pitchFamily="34" charset="0"/>
                <a:cs typeface="Arial" panose="020B0604020202020204" pitchFamily="34" charset="0"/>
              </a:rPr>
              <a:t>(Estimated based on current 2026 cycle)</a:t>
            </a:r>
            <a:r>
              <a:rPr lang="en-US" sz="1600" dirty="0">
                <a:latin typeface="Arial" panose="020B0604020202020204" pitchFamily="34" charset="0"/>
                <a:cs typeface="Arial" panose="020B0604020202020204" pitchFamily="34" charset="0"/>
              </a:rPr>
              <a:t>.</a:t>
            </a:r>
            <a:r>
              <a:rPr lang="uk-UA" sz="1600" dirty="0">
                <a:latin typeface="Arial" panose="020B0604020202020204" pitchFamily="34" charset="0"/>
                <a:cs typeface="Arial" panose="020B0604020202020204" pitchFamily="34" charset="0"/>
              </a:rPr>
              <a:t> </a:t>
            </a:r>
            <a:endParaRPr lang="en-US" sz="1600" dirty="0">
              <a:latin typeface="Arial" panose="020B0604020202020204" pitchFamily="34" charset="0"/>
              <a:cs typeface="Arial" panose="020B0604020202020204" pitchFamily="34" charset="0"/>
            </a:endParaRPr>
          </a:p>
          <a:p>
            <a:pPr marL="0" indent="0">
              <a:buNone/>
            </a:pPr>
            <a:r>
              <a:rPr lang="en-US" sz="1600" b="1" u="sng" dirty="0">
                <a:latin typeface="Arial" panose="020B0604020202020204" pitchFamily="34" charset="0"/>
                <a:cs typeface="Arial" panose="020B0604020202020204" pitchFamily="34" charset="0"/>
              </a:rPr>
              <a:t>Budget:</a:t>
            </a:r>
            <a:r>
              <a:rPr lang="en-US" sz="1600" u="sng" dirty="0">
                <a:latin typeface="Arial" panose="020B0604020202020204" pitchFamily="34" charset="0"/>
                <a:cs typeface="Arial" panose="020B0604020202020204" pitchFamily="34" charset="0"/>
              </a:rPr>
              <a:t> </a:t>
            </a:r>
            <a:r>
              <a:rPr lang="en-US" sz="1600" b="1" u="sng" dirty="0">
                <a:latin typeface="Arial" panose="020B0604020202020204" pitchFamily="34" charset="0"/>
                <a:cs typeface="Arial" panose="020B0604020202020204" pitchFamily="34" charset="0"/>
              </a:rPr>
              <a:t>€400,000 – €800,000</a:t>
            </a:r>
            <a:r>
              <a:rPr lang="en-US" sz="1600" u="sng"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(LS framework).</a:t>
            </a:r>
          </a:p>
          <a:p>
            <a:pPr marL="0" indent="0">
              <a:buNone/>
            </a:pPr>
            <a:r>
              <a:rPr lang="en-US" sz="1600" b="1" u="sng" dirty="0">
                <a:latin typeface="Arial" panose="020B0604020202020204" pitchFamily="34" charset="0"/>
                <a:cs typeface="Arial" panose="020B0604020202020204" pitchFamily="34" charset="0"/>
              </a:rPr>
              <a:t>Mandatory Eligibility Rules</a:t>
            </a:r>
            <a:r>
              <a:rPr lang="en-US" sz="1600" b="1" dirty="0">
                <a:latin typeface="Arial" panose="020B0604020202020204" pitchFamily="34" charset="0"/>
                <a:cs typeface="Arial" panose="020B0604020202020204" pitchFamily="34" charset="0"/>
              </a:rPr>
              <a:t>:</a:t>
            </a:r>
            <a:r>
              <a:rPr lang="en-US" sz="1600" dirty="0">
                <a:latin typeface="Arial" panose="020B0604020202020204" pitchFamily="34" charset="0"/>
                <a:cs typeface="Arial" panose="020B0604020202020204" pitchFamily="34" charset="0"/>
              </a:rPr>
              <a:t> </a:t>
            </a:r>
            <a:r>
              <a:rPr lang="en-US" sz="1600" b="1" dirty="0">
                <a:latin typeface="Arial" panose="020B0604020202020204" pitchFamily="34" charset="0"/>
                <a:cs typeface="Arial" panose="020B0604020202020204" pitchFamily="34" charset="0"/>
              </a:rPr>
              <a:t>Compliance:</a:t>
            </a:r>
            <a:r>
              <a:rPr lang="en-US" sz="1600" dirty="0">
                <a:latin typeface="Arial" panose="020B0604020202020204" pitchFamily="34" charset="0"/>
                <a:cs typeface="Arial" panose="020B0604020202020204" pitchFamily="34" charset="0"/>
              </a:rPr>
              <a:t> </a:t>
            </a:r>
            <a:r>
              <a:rPr lang="en-US" sz="1600" i="1" dirty="0">
                <a:solidFill>
                  <a:srgbClr val="FF0000"/>
                </a:solidFill>
                <a:latin typeface="Arial" panose="020B0604020202020204" pitchFamily="34" charset="0"/>
                <a:cs typeface="Arial" panose="020B0604020202020204" pitchFamily="34" charset="0"/>
              </a:rPr>
              <a:t>Requires ≥2 Ukrainian universities + ≥2 European countries</a:t>
            </a:r>
            <a:r>
              <a:rPr lang="en-US" sz="1600" dirty="0">
                <a:latin typeface="Arial" panose="020B0604020202020204" pitchFamily="34" charset="0"/>
                <a:cs typeface="Arial" panose="020B0604020202020204" pitchFamily="34" charset="0"/>
              </a:rPr>
              <a:t>. </a:t>
            </a:r>
          </a:p>
          <a:p>
            <a:pPr marL="0" indent="0">
              <a:buNone/>
            </a:pPr>
            <a:r>
              <a:rPr lang="en-US" sz="1600" b="1" dirty="0">
                <a:latin typeface="Arial" panose="020B0604020202020204" pitchFamily="34" charset="0"/>
                <a:cs typeface="Arial" panose="020B0604020202020204" pitchFamily="34" charset="0"/>
              </a:rPr>
              <a:t>Consortium Compliance:</a:t>
            </a:r>
            <a:r>
              <a:rPr lang="en-US" sz="1600" dirty="0">
                <a:latin typeface="Arial" panose="020B0604020202020204" pitchFamily="34" charset="0"/>
                <a:cs typeface="Arial" panose="020B0604020202020204" pitchFamily="34" charset="0"/>
              </a:rPr>
              <a:t> 100% Eligible upon concluding KAU talks. Greece (EU Member) + Turkey (Erasmus+ Associated Country) perfectly satisfy the European core; Institute for Metal Physics, National Academy of Sciences of Ukraine joins as a full research partner.</a:t>
            </a:r>
          </a:p>
          <a:p>
            <a:pPr marL="0" indent="0">
              <a:buNone/>
            </a:pPr>
            <a:r>
              <a:rPr lang="en-US" sz="1600" b="1" dirty="0">
                <a:latin typeface="Arial" panose="020B0604020202020204" pitchFamily="34" charset="0"/>
                <a:cs typeface="Arial" panose="020B0604020202020204" pitchFamily="34" charset="0"/>
              </a:rPr>
              <a:t>Timeline (Estimated):</a:t>
            </a:r>
            <a:r>
              <a:rPr lang="en-US" sz="1600" dirty="0">
                <a:latin typeface="Arial" panose="020B0604020202020204" pitchFamily="34" charset="0"/>
                <a:cs typeface="Arial" panose="020B0604020202020204" pitchFamily="34" charset="0"/>
              </a:rPr>
              <a:t> Call opens late 2026. Submission deadline: </a:t>
            </a:r>
            <a:r>
              <a:rPr lang="en-US" sz="1600" b="1" dirty="0">
                <a:solidFill>
                  <a:srgbClr val="FF0000"/>
                </a:solidFill>
                <a:latin typeface="Arial" panose="020B0604020202020204" pitchFamily="34" charset="0"/>
                <a:cs typeface="Arial" panose="020B0604020202020204" pitchFamily="34" charset="0"/>
              </a:rPr>
              <a:t>February 2027</a:t>
            </a:r>
            <a:r>
              <a:rPr lang="en-US" sz="1600" dirty="0">
                <a:solidFill>
                  <a:srgbClr val="FF0000"/>
                </a:solidFill>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via EU FTOP.</a:t>
            </a:r>
          </a:p>
        </p:txBody>
      </p:sp>
      <p:pic>
        <p:nvPicPr>
          <p:cNvPr id="4" name="Image 3">
            <a:extLst>
              <a:ext uri="{FF2B5EF4-FFF2-40B4-BE49-F238E27FC236}">
                <a16:creationId xmlns:a16="http://schemas.microsoft.com/office/drawing/2014/main" id="{F3E446DE-87CC-4C33-A6EB-52AD9875C20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316954" y="0"/>
            <a:ext cx="1794856" cy="1211529"/>
          </a:xfrm>
          <a:prstGeom prst="rect">
            <a:avLst/>
          </a:prstGeom>
        </p:spPr>
      </p:pic>
      <p:sp>
        <p:nvSpPr>
          <p:cNvPr id="5" name="Espace réservé de la date 4">
            <a:extLst>
              <a:ext uri="{FF2B5EF4-FFF2-40B4-BE49-F238E27FC236}">
                <a16:creationId xmlns:a16="http://schemas.microsoft.com/office/drawing/2014/main" id="{B485D971-2882-4278-838C-C69817F27075}"/>
              </a:ext>
            </a:extLst>
          </p:cNvPr>
          <p:cNvSpPr>
            <a:spLocks noGrp="1"/>
          </p:cNvSpPr>
          <p:nvPr>
            <p:ph type="dt" sz="half" idx="10"/>
          </p:nvPr>
        </p:nvSpPr>
        <p:spPr/>
        <p:txBody>
          <a:bodyPr/>
          <a:lstStyle/>
          <a:p>
            <a:fld id="{AEC3AB56-0CFB-4A7B-B63F-4A3796B18B9F}" type="datetime1">
              <a:rPr lang="fr-FR" smtClean="0"/>
              <a:t>15/07/2026</a:t>
            </a:fld>
            <a:endParaRPr lang="en-US"/>
          </a:p>
        </p:txBody>
      </p:sp>
      <p:sp>
        <p:nvSpPr>
          <p:cNvPr id="6" name="Espace réservé du pied de page 5">
            <a:extLst>
              <a:ext uri="{FF2B5EF4-FFF2-40B4-BE49-F238E27FC236}">
                <a16:creationId xmlns:a16="http://schemas.microsoft.com/office/drawing/2014/main" id="{3F6AE5F2-F807-484B-BEF4-5DA9944A43A2}"/>
              </a:ext>
            </a:extLst>
          </p:cNvPr>
          <p:cNvSpPr>
            <a:spLocks noGrp="1"/>
          </p:cNvSpPr>
          <p:nvPr>
            <p:ph type="ftr" sz="quarter" idx="11"/>
          </p:nvPr>
        </p:nvSpPr>
        <p:spPr/>
        <p:txBody>
          <a:bodyPr/>
          <a:lstStyle/>
          <a:p>
            <a:r>
              <a:rPr lang="en-US"/>
              <a:t>CA22123 EU-MACE GP3 monthly CG update</a:t>
            </a:r>
          </a:p>
        </p:txBody>
      </p:sp>
      <p:sp>
        <p:nvSpPr>
          <p:cNvPr id="7" name="Espace réservé du numéro de diapositive 6">
            <a:extLst>
              <a:ext uri="{FF2B5EF4-FFF2-40B4-BE49-F238E27FC236}">
                <a16:creationId xmlns:a16="http://schemas.microsoft.com/office/drawing/2014/main" id="{861FA1FC-54E5-4972-9DCF-F0584A2E2BA2}"/>
              </a:ext>
            </a:extLst>
          </p:cNvPr>
          <p:cNvSpPr>
            <a:spLocks noGrp="1"/>
          </p:cNvSpPr>
          <p:nvPr>
            <p:ph type="sldNum" sz="quarter" idx="12"/>
          </p:nvPr>
        </p:nvSpPr>
        <p:spPr/>
        <p:txBody>
          <a:bodyPr/>
          <a:lstStyle/>
          <a:p>
            <a:fld id="{C9B59AD5-FFA0-49CC-8261-8ECFE68C5C4E}" type="slidenum">
              <a:rPr lang="en-US" smtClean="0"/>
              <a:t>9</a:t>
            </a:fld>
            <a:endParaRPr lang="en-US"/>
          </a:p>
        </p:txBody>
      </p:sp>
    </p:spTree>
    <p:extLst>
      <p:ext uri="{BB962C8B-B14F-4D97-AF65-F5344CB8AC3E}">
        <p14:creationId xmlns:p14="http://schemas.microsoft.com/office/powerpoint/2010/main" val="22796225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e la date 2">
            <a:extLst>
              <a:ext uri="{FF2B5EF4-FFF2-40B4-BE49-F238E27FC236}">
                <a16:creationId xmlns:a16="http://schemas.microsoft.com/office/drawing/2014/main" id="{0D375DA3-31BF-4877-B4FF-4719AB20889A}"/>
              </a:ext>
            </a:extLst>
          </p:cNvPr>
          <p:cNvSpPr>
            <a:spLocks noGrp="1"/>
          </p:cNvSpPr>
          <p:nvPr>
            <p:ph type="dt" sz="half" idx="10"/>
          </p:nvPr>
        </p:nvSpPr>
        <p:spPr/>
        <p:txBody>
          <a:bodyPr/>
          <a:lstStyle/>
          <a:p>
            <a:fld id="{120EC9AA-D72F-428B-8198-7C8B2FA247C3}" type="datetime1">
              <a:rPr lang="fr-FR" smtClean="0"/>
              <a:t>15/07/2026</a:t>
            </a:fld>
            <a:endParaRPr lang="en-US" dirty="0"/>
          </a:p>
        </p:txBody>
      </p:sp>
      <p:sp>
        <p:nvSpPr>
          <p:cNvPr id="4" name="Espace réservé du pied de page 3">
            <a:extLst>
              <a:ext uri="{FF2B5EF4-FFF2-40B4-BE49-F238E27FC236}">
                <a16:creationId xmlns:a16="http://schemas.microsoft.com/office/drawing/2014/main" id="{0CB37245-BC78-4455-BEE6-C9EF4FB19BD4}"/>
              </a:ext>
            </a:extLst>
          </p:cNvPr>
          <p:cNvSpPr>
            <a:spLocks noGrp="1"/>
          </p:cNvSpPr>
          <p:nvPr>
            <p:ph type="ftr" sz="quarter" idx="11"/>
          </p:nvPr>
        </p:nvSpPr>
        <p:spPr/>
        <p:txBody>
          <a:bodyPr/>
          <a:lstStyle/>
          <a:p>
            <a:r>
              <a:rPr lang="en-US"/>
              <a:t>CA22123 EU-MACE GP3 monthly CG update</a:t>
            </a:r>
            <a:endParaRPr lang="en-US" dirty="0"/>
          </a:p>
        </p:txBody>
      </p:sp>
      <p:sp>
        <p:nvSpPr>
          <p:cNvPr id="5" name="Espace réservé du numéro de diapositive 4">
            <a:extLst>
              <a:ext uri="{FF2B5EF4-FFF2-40B4-BE49-F238E27FC236}">
                <a16:creationId xmlns:a16="http://schemas.microsoft.com/office/drawing/2014/main" id="{3B5438AC-2338-4722-9587-730F30064F59}"/>
              </a:ext>
            </a:extLst>
          </p:cNvPr>
          <p:cNvSpPr>
            <a:spLocks noGrp="1"/>
          </p:cNvSpPr>
          <p:nvPr>
            <p:ph type="sldNum" sz="quarter" idx="12"/>
          </p:nvPr>
        </p:nvSpPr>
        <p:spPr/>
        <p:txBody>
          <a:bodyPr/>
          <a:lstStyle/>
          <a:p>
            <a:fld id="{F91729D4-A164-47A3-830D-E792BCE699E4}" type="slidenum">
              <a:rPr lang="en-US" smtClean="0"/>
              <a:t>10</a:t>
            </a:fld>
            <a:endParaRPr lang="en-US" dirty="0"/>
          </a:p>
        </p:txBody>
      </p:sp>
      <p:graphicFrame>
        <p:nvGraphicFramePr>
          <p:cNvPr id="2" name="Tableau 1">
            <a:extLst>
              <a:ext uri="{FF2B5EF4-FFF2-40B4-BE49-F238E27FC236}">
                <a16:creationId xmlns:a16="http://schemas.microsoft.com/office/drawing/2014/main" id="{50270993-264B-4B98-B9CE-C45A04222B32}"/>
              </a:ext>
            </a:extLst>
          </p:cNvPr>
          <p:cNvGraphicFramePr>
            <a:graphicFrameLocks noGrp="1"/>
          </p:cNvGraphicFramePr>
          <p:nvPr>
            <p:extLst>
              <p:ext uri="{D42A27DB-BD31-4B8C-83A1-F6EECF244321}">
                <p14:modId xmlns:p14="http://schemas.microsoft.com/office/powerpoint/2010/main" val="188686876"/>
              </p:ext>
            </p:extLst>
          </p:nvPr>
        </p:nvGraphicFramePr>
        <p:xfrm>
          <a:off x="6010733" y="5413178"/>
          <a:ext cx="6028055" cy="731520"/>
        </p:xfrm>
        <a:graphic>
          <a:graphicData uri="http://schemas.openxmlformats.org/drawingml/2006/table">
            <a:tbl>
              <a:tblPr/>
              <a:tblGrid>
                <a:gridCol w="2971800">
                  <a:extLst>
                    <a:ext uri="{9D8B030D-6E8A-4147-A177-3AD203B41FA5}">
                      <a16:colId xmlns:a16="http://schemas.microsoft.com/office/drawing/2014/main" val="2860479599"/>
                    </a:ext>
                  </a:extLst>
                </a:gridCol>
                <a:gridCol w="3056255">
                  <a:extLst>
                    <a:ext uri="{9D8B030D-6E8A-4147-A177-3AD203B41FA5}">
                      <a16:colId xmlns:a16="http://schemas.microsoft.com/office/drawing/2014/main" val="1582941910"/>
                    </a:ext>
                  </a:extLst>
                </a:gridCol>
              </a:tblGrid>
              <a:tr h="0">
                <a:tc>
                  <a:txBody>
                    <a:bodyPr/>
                    <a:lstStyle/>
                    <a:p>
                      <a:pPr marL="0" marR="0" algn="just" fontAlgn="ctr">
                        <a:spcBef>
                          <a:spcPts val="0"/>
                        </a:spcBef>
                        <a:spcAft>
                          <a:spcPts val="0"/>
                        </a:spcAft>
                      </a:pPr>
                      <a:r>
                        <a:rPr lang="en-US" sz="1100" b="1" dirty="0" err="1">
                          <a:solidFill>
                            <a:srgbClr val="000000"/>
                          </a:solidFill>
                          <a:effectLst/>
                          <a:latin typeface="Arial" panose="020B0604020202020204" pitchFamily="34" charset="0"/>
                        </a:rPr>
                        <a:t>Programme</a:t>
                      </a:r>
                      <a:r>
                        <a:rPr lang="en-US" sz="1100" b="1" dirty="0">
                          <a:solidFill>
                            <a:srgbClr val="000000"/>
                          </a:solidFill>
                          <a:effectLst/>
                          <a:latin typeface="Arial" panose="020B0604020202020204" pitchFamily="34" charset="0"/>
                        </a:rPr>
                        <a:t>: </a:t>
                      </a:r>
                      <a:r>
                        <a:rPr lang="en-US" sz="1100" dirty="0">
                          <a:solidFill>
                            <a:srgbClr val="FF0000"/>
                          </a:solidFill>
                          <a:effectLst/>
                          <a:latin typeface="Arial" panose="020B0604020202020204" pitchFamily="34" charset="0"/>
                        </a:rPr>
                        <a:t>Erasmus+ KA220-HED</a:t>
                      </a:r>
                      <a:endParaRPr lang="en-US" dirty="0">
                        <a:solidFill>
                          <a:srgbClr val="FF0000"/>
                        </a:solidFill>
                        <a:effectLst/>
                      </a:endParaRPr>
                    </a:p>
                  </a:txBody>
                  <a:tcPr marL="88900" marR="88900" marT="38100" marB="381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marR="0" algn="just" fontAlgn="ctr">
                        <a:spcBef>
                          <a:spcPts val="0"/>
                        </a:spcBef>
                        <a:spcAft>
                          <a:spcPts val="0"/>
                        </a:spcAft>
                      </a:pPr>
                      <a:r>
                        <a:rPr lang="en-US" sz="1100" b="1" dirty="0">
                          <a:solidFill>
                            <a:srgbClr val="000000"/>
                          </a:solidFill>
                          <a:effectLst/>
                          <a:latin typeface="Arial" panose="020B0604020202020204" pitchFamily="34" charset="0"/>
                        </a:rPr>
                        <a:t>Call: </a:t>
                      </a:r>
                      <a:r>
                        <a:rPr lang="en-US" sz="1100" dirty="0">
                          <a:solidFill>
                            <a:srgbClr val="000000"/>
                          </a:solidFill>
                          <a:effectLst/>
                          <a:latin typeface="Arial" panose="020B0604020202020204" pitchFamily="34" charset="0"/>
                        </a:rPr>
                        <a:t>2027 — Round 1</a:t>
                      </a:r>
                      <a:endParaRPr lang="en-US" dirty="0">
                        <a:effectLst/>
                      </a:endParaRPr>
                    </a:p>
                  </a:txBody>
                  <a:tcPr marL="88900" marR="88900" marT="38100" marB="381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469089952"/>
                  </a:ext>
                </a:extLst>
              </a:tr>
              <a:tr h="0">
                <a:tc>
                  <a:txBody>
                    <a:bodyPr/>
                    <a:lstStyle/>
                    <a:p>
                      <a:pPr marL="0" marR="0" algn="just" fontAlgn="ctr">
                        <a:spcBef>
                          <a:spcPts val="0"/>
                        </a:spcBef>
                        <a:spcAft>
                          <a:spcPts val="0"/>
                        </a:spcAft>
                      </a:pPr>
                      <a:r>
                        <a:rPr lang="en-US" sz="1100" b="1" dirty="0">
                          <a:solidFill>
                            <a:srgbClr val="000000"/>
                          </a:solidFill>
                          <a:effectLst/>
                          <a:latin typeface="Arial" panose="020B0604020202020204" pitchFamily="34" charset="0"/>
                        </a:rPr>
                        <a:t>Duration: </a:t>
                      </a:r>
                      <a:r>
                        <a:rPr lang="en-US" sz="1100" dirty="0">
                          <a:solidFill>
                            <a:srgbClr val="000000"/>
                          </a:solidFill>
                          <a:effectLst/>
                          <a:latin typeface="Arial" panose="020B0604020202020204" pitchFamily="34" charset="0"/>
                        </a:rPr>
                        <a:t>36 months</a:t>
                      </a:r>
                      <a:endParaRPr lang="en-US" dirty="0">
                        <a:effectLst/>
                      </a:endParaRPr>
                    </a:p>
                  </a:txBody>
                  <a:tcPr marL="88900" marR="88900" marT="38100" marB="381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just" fontAlgn="ctr">
                        <a:spcBef>
                          <a:spcPts val="0"/>
                        </a:spcBef>
                        <a:spcAft>
                          <a:spcPts val="0"/>
                        </a:spcAft>
                      </a:pPr>
                      <a:r>
                        <a:rPr lang="en-US" sz="1100" b="1">
                          <a:solidFill>
                            <a:srgbClr val="000000"/>
                          </a:solidFill>
                          <a:effectLst/>
                          <a:latin typeface="Arial" panose="020B0604020202020204" pitchFamily="34" charset="0"/>
                        </a:rPr>
                        <a:t>Budget: </a:t>
                      </a:r>
                      <a:r>
                        <a:rPr lang="en-US" sz="1100">
                          <a:solidFill>
                            <a:srgbClr val="000000"/>
                          </a:solidFill>
                          <a:effectLst/>
                          <a:latin typeface="Arial" panose="020B0604020202020204" pitchFamily="34" charset="0"/>
                        </a:rPr>
                        <a:t>€400,000 (lump sum)</a:t>
                      </a:r>
                      <a:endParaRPr lang="en-US">
                        <a:effectLst/>
                      </a:endParaRPr>
                    </a:p>
                  </a:txBody>
                  <a:tcPr marL="88900" marR="88900" marT="38100" marB="381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243304630"/>
                  </a:ext>
                </a:extLst>
              </a:tr>
              <a:tr h="0">
                <a:tc>
                  <a:txBody>
                    <a:bodyPr/>
                    <a:lstStyle/>
                    <a:p>
                      <a:pPr marL="0" marR="0" algn="just" fontAlgn="ctr">
                        <a:spcBef>
                          <a:spcPts val="0"/>
                        </a:spcBef>
                        <a:spcAft>
                          <a:spcPts val="0"/>
                        </a:spcAft>
                      </a:pPr>
                      <a:r>
                        <a:rPr lang="en-US" sz="1100" b="1" dirty="0">
                          <a:solidFill>
                            <a:srgbClr val="000000"/>
                          </a:solidFill>
                          <a:effectLst/>
                          <a:latin typeface="Arial" panose="020B0604020202020204" pitchFamily="34" charset="0"/>
                        </a:rPr>
                        <a:t>Coordinator: </a:t>
                      </a:r>
                      <a:r>
                        <a:rPr lang="en-US" sz="1100" dirty="0">
                          <a:solidFill>
                            <a:srgbClr val="000000"/>
                          </a:solidFill>
                          <a:effectLst/>
                          <a:latin typeface="Arial" panose="020B0604020202020204" pitchFamily="34" charset="0"/>
                        </a:rPr>
                        <a:t>University of Thessaly</a:t>
                      </a:r>
                      <a:endParaRPr lang="en-US" dirty="0">
                        <a:effectLst/>
                      </a:endParaRPr>
                    </a:p>
                  </a:txBody>
                  <a:tcPr marL="88900" marR="88900" marT="38100" marB="381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marR="0" algn="just" fontAlgn="ctr">
                        <a:spcBef>
                          <a:spcPts val="0"/>
                        </a:spcBef>
                        <a:spcAft>
                          <a:spcPts val="0"/>
                        </a:spcAft>
                      </a:pPr>
                      <a:r>
                        <a:rPr lang="en-US" sz="1100" b="1" dirty="0">
                          <a:solidFill>
                            <a:srgbClr val="000000"/>
                          </a:solidFill>
                          <a:effectLst/>
                          <a:latin typeface="Arial" panose="020B0604020202020204" pitchFamily="34" charset="0"/>
                        </a:rPr>
                        <a:t>Consortium: </a:t>
                      </a:r>
                      <a:r>
                        <a:rPr lang="en-US" sz="1100" dirty="0">
                          <a:solidFill>
                            <a:srgbClr val="FF0000"/>
                          </a:solidFill>
                          <a:effectLst/>
                          <a:latin typeface="Arial" panose="020B0604020202020204" pitchFamily="34" charset="0"/>
                        </a:rPr>
                        <a:t>8 partners (EU-MACE network)</a:t>
                      </a:r>
                      <a:endParaRPr lang="en-US" dirty="0">
                        <a:solidFill>
                          <a:srgbClr val="FF0000"/>
                        </a:solidFill>
                        <a:effectLst/>
                      </a:endParaRPr>
                    </a:p>
                  </a:txBody>
                  <a:tcPr marL="88900" marR="88900" marT="38100" marB="381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28416602"/>
                  </a:ext>
                </a:extLst>
              </a:tr>
            </a:tbl>
          </a:graphicData>
        </a:graphic>
      </p:graphicFrame>
      <p:graphicFrame>
        <p:nvGraphicFramePr>
          <p:cNvPr id="6" name="Tableau 5">
            <a:extLst>
              <a:ext uri="{FF2B5EF4-FFF2-40B4-BE49-F238E27FC236}">
                <a16:creationId xmlns:a16="http://schemas.microsoft.com/office/drawing/2014/main" id="{3A9A6F28-C269-4733-B411-381376D77EE5}"/>
              </a:ext>
            </a:extLst>
          </p:cNvPr>
          <p:cNvGraphicFramePr>
            <a:graphicFrameLocks noGrp="1"/>
          </p:cNvGraphicFramePr>
          <p:nvPr>
            <p:extLst>
              <p:ext uri="{D42A27DB-BD31-4B8C-83A1-F6EECF244321}">
                <p14:modId xmlns:p14="http://schemas.microsoft.com/office/powerpoint/2010/main" val="4217636682"/>
              </p:ext>
            </p:extLst>
          </p:nvPr>
        </p:nvGraphicFramePr>
        <p:xfrm>
          <a:off x="125225" y="5309038"/>
          <a:ext cx="5738446" cy="939800"/>
        </p:xfrm>
        <a:graphic>
          <a:graphicData uri="http://schemas.openxmlformats.org/drawingml/2006/table">
            <a:tbl>
              <a:tblPr/>
              <a:tblGrid>
                <a:gridCol w="2869223">
                  <a:extLst>
                    <a:ext uri="{9D8B030D-6E8A-4147-A177-3AD203B41FA5}">
                      <a16:colId xmlns:a16="http://schemas.microsoft.com/office/drawing/2014/main" val="1633712774"/>
                    </a:ext>
                  </a:extLst>
                </a:gridCol>
                <a:gridCol w="2869223">
                  <a:extLst>
                    <a:ext uri="{9D8B030D-6E8A-4147-A177-3AD203B41FA5}">
                      <a16:colId xmlns:a16="http://schemas.microsoft.com/office/drawing/2014/main" val="1164400145"/>
                    </a:ext>
                  </a:extLst>
                </a:gridCol>
              </a:tblGrid>
              <a:tr h="0">
                <a:tc>
                  <a:txBody>
                    <a:bodyPr/>
                    <a:lstStyle/>
                    <a:p>
                      <a:pPr marL="0" marR="0" algn="just" fontAlgn="t">
                        <a:spcBef>
                          <a:spcPts val="0"/>
                        </a:spcBef>
                        <a:spcAft>
                          <a:spcPts val="0"/>
                        </a:spcAft>
                      </a:pPr>
                      <a:r>
                        <a:rPr lang="en-US" sz="1100" b="1" dirty="0">
                          <a:solidFill>
                            <a:srgbClr val="000000"/>
                          </a:solidFill>
                          <a:effectLst/>
                          <a:latin typeface="Arial" panose="020B0604020202020204" pitchFamily="34" charset="0"/>
                        </a:rPr>
                        <a:t>M1 </a:t>
                      </a:r>
                      <a:r>
                        <a:rPr lang="en-US" sz="1100" dirty="0">
                          <a:solidFill>
                            <a:srgbClr val="000000"/>
                          </a:solidFill>
                          <a:effectLst/>
                          <a:latin typeface="Arial" panose="020B0604020202020204" pitchFamily="34" charset="0"/>
                        </a:rPr>
                        <a:t>ML Foundations for Physical Sciences</a:t>
                      </a:r>
                      <a:endParaRPr lang="en-US" dirty="0">
                        <a:effectLst/>
                      </a:endParaRPr>
                    </a:p>
                  </a:txBody>
                  <a:tcPr marL="38100" marR="63500" marT="12700" marB="127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2">
                        <a:lumMod val="20000"/>
                        <a:lumOff val="80000"/>
                      </a:schemeClr>
                    </a:solidFill>
                  </a:tcPr>
                </a:tc>
                <a:tc>
                  <a:txBody>
                    <a:bodyPr/>
                    <a:lstStyle/>
                    <a:p>
                      <a:pPr marL="0" marR="0" algn="just" fontAlgn="t">
                        <a:spcBef>
                          <a:spcPts val="0"/>
                        </a:spcBef>
                        <a:spcAft>
                          <a:spcPts val="0"/>
                        </a:spcAft>
                      </a:pPr>
                      <a:r>
                        <a:rPr lang="en-US" sz="1100" b="1" dirty="0">
                          <a:solidFill>
                            <a:srgbClr val="000000"/>
                          </a:solidFill>
                          <a:effectLst/>
                          <a:latin typeface="Arial" panose="020B0604020202020204" pitchFamily="34" charset="0"/>
                        </a:rPr>
                        <a:t>M2 </a:t>
                      </a:r>
                      <a:r>
                        <a:rPr lang="en-US" sz="1100" dirty="0">
                          <a:solidFill>
                            <a:srgbClr val="000000"/>
                          </a:solidFill>
                          <a:effectLst/>
                          <a:latin typeface="Arial" panose="020B0604020202020204" pitchFamily="34" charset="0"/>
                        </a:rPr>
                        <a:t>Neural Networks &amp; Deep Learning</a:t>
                      </a:r>
                      <a:endParaRPr lang="en-US" dirty="0">
                        <a:effectLst/>
                      </a:endParaRPr>
                    </a:p>
                  </a:txBody>
                  <a:tcPr marL="38100" marR="63500" marT="12700" marB="127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620256103"/>
                  </a:ext>
                </a:extLst>
              </a:tr>
              <a:tr h="0">
                <a:tc>
                  <a:txBody>
                    <a:bodyPr/>
                    <a:lstStyle/>
                    <a:p>
                      <a:pPr marL="0" marR="0" algn="just" fontAlgn="t">
                        <a:spcBef>
                          <a:spcPts val="0"/>
                        </a:spcBef>
                        <a:spcAft>
                          <a:spcPts val="0"/>
                        </a:spcAft>
                      </a:pPr>
                      <a:r>
                        <a:rPr lang="en-US" sz="1100" b="1" dirty="0">
                          <a:solidFill>
                            <a:srgbClr val="000000"/>
                          </a:solidFill>
                          <a:effectLst/>
                          <a:latin typeface="Arial" panose="020B0604020202020204" pitchFamily="34" charset="0"/>
                        </a:rPr>
                        <a:t>M3 </a:t>
                      </a:r>
                      <a:r>
                        <a:rPr lang="en-US" sz="1100" dirty="0">
                          <a:solidFill>
                            <a:srgbClr val="000000"/>
                          </a:solidFill>
                          <a:effectLst/>
                          <a:latin typeface="Arial" panose="020B0604020202020204" pitchFamily="34" charset="0"/>
                        </a:rPr>
                        <a:t>Materials Databases &amp; FAIR Data</a:t>
                      </a:r>
                      <a:endParaRPr lang="en-US" dirty="0">
                        <a:effectLst/>
                      </a:endParaRPr>
                    </a:p>
                  </a:txBody>
                  <a:tcPr marL="38100" marR="63500" marT="12700" marB="127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20000"/>
                        <a:lumOff val="80000"/>
                      </a:schemeClr>
                    </a:solidFill>
                  </a:tcPr>
                </a:tc>
                <a:tc>
                  <a:txBody>
                    <a:bodyPr/>
                    <a:lstStyle/>
                    <a:p>
                      <a:pPr marL="0" marR="0" algn="just" fontAlgn="t">
                        <a:spcBef>
                          <a:spcPts val="0"/>
                        </a:spcBef>
                        <a:spcAft>
                          <a:spcPts val="0"/>
                        </a:spcAft>
                      </a:pPr>
                      <a:r>
                        <a:rPr lang="en-US" sz="1100" b="1" dirty="0">
                          <a:solidFill>
                            <a:srgbClr val="000000"/>
                          </a:solidFill>
                          <a:effectLst/>
                          <a:latin typeface="Arial" panose="020B0604020202020204" pitchFamily="34" charset="0"/>
                        </a:rPr>
                        <a:t>M4 </a:t>
                      </a:r>
                      <a:r>
                        <a:rPr lang="en-US" sz="1100" dirty="0">
                          <a:solidFill>
                            <a:srgbClr val="000000"/>
                          </a:solidFill>
                          <a:effectLst/>
                          <a:latin typeface="Arial" panose="020B0604020202020204" pitchFamily="34" charset="0"/>
                        </a:rPr>
                        <a:t>AI for Sustainable Materials &amp; Energy</a:t>
                      </a:r>
                      <a:endParaRPr lang="en-US" dirty="0">
                        <a:effectLst/>
                      </a:endParaRPr>
                    </a:p>
                  </a:txBody>
                  <a:tcPr marL="38100" marR="63500" marT="12700" marB="127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468427141"/>
                  </a:ext>
                </a:extLst>
              </a:tr>
              <a:tr h="0">
                <a:tc>
                  <a:txBody>
                    <a:bodyPr/>
                    <a:lstStyle/>
                    <a:p>
                      <a:pPr marL="0" marR="0" algn="just" fontAlgn="t">
                        <a:spcBef>
                          <a:spcPts val="0"/>
                        </a:spcBef>
                        <a:spcAft>
                          <a:spcPts val="0"/>
                        </a:spcAft>
                      </a:pPr>
                      <a:r>
                        <a:rPr lang="it-IT" sz="1100" b="1" dirty="0">
                          <a:solidFill>
                            <a:srgbClr val="000000"/>
                          </a:solidFill>
                          <a:effectLst/>
                          <a:latin typeface="Arial" panose="020B0604020202020204" pitchFamily="34" charset="0"/>
                        </a:rPr>
                        <a:t>M5 </a:t>
                      </a:r>
                      <a:r>
                        <a:rPr lang="it-IT" sz="1100" dirty="0">
                          <a:solidFill>
                            <a:srgbClr val="000000"/>
                          </a:solidFill>
                          <a:effectLst/>
                          <a:latin typeface="Arial" panose="020B0604020202020204" pitchFamily="34" charset="0"/>
                        </a:rPr>
                        <a:t>Generative AI &amp; Inverse Design</a:t>
                      </a:r>
                      <a:endParaRPr lang="it-IT" dirty="0">
                        <a:effectLst/>
                      </a:endParaRPr>
                    </a:p>
                  </a:txBody>
                  <a:tcPr marL="38100" marR="63500" marT="12700" marB="127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2">
                        <a:lumMod val="20000"/>
                        <a:lumOff val="80000"/>
                      </a:schemeClr>
                    </a:solidFill>
                  </a:tcPr>
                </a:tc>
                <a:tc>
                  <a:txBody>
                    <a:bodyPr/>
                    <a:lstStyle/>
                    <a:p>
                      <a:pPr marL="0" marR="0" algn="just" fontAlgn="t">
                        <a:spcBef>
                          <a:spcPts val="0"/>
                        </a:spcBef>
                        <a:spcAft>
                          <a:spcPts val="0"/>
                        </a:spcAft>
                      </a:pPr>
                      <a:r>
                        <a:rPr lang="en-US" sz="1100" b="1" dirty="0">
                          <a:solidFill>
                            <a:srgbClr val="000000"/>
                          </a:solidFill>
                          <a:effectLst/>
                          <a:latin typeface="Arial" panose="020B0604020202020204" pitchFamily="34" charset="0"/>
                        </a:rPr>
                        <a:t>M6 </a:t>
                      </a:r>
                      <a:r>
                        <a:rPr lang="en-US" sz="1100" dirty="0">
                          <a:solidFill>
                            <a:srgbClr val="000000"/>
                          </a:solidFill>
                          <a:effectLst/>
                          <a:latin typeface="Arial" panose="020B0604020202020204" pitchFamily="34" charset="0"/>
                        </a:rPr>
                        <a:t>Automated Experimentation &amp; Robotics *</a:t>
                      </a:r>
                      <a:endParaRPr lang="en-US" dirty="0">
                        <a:effectLst/>
                      </a:endParaRPr>
                    </a:p>
                  </a:txBody>
                  <a:tcPr marL="38100" marR="63500" marT="12700" marB="127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089967418"/>
                  </a:ext>
                </a:extLst>
              </a:tr>
              <a:tr h="0">
                <a:tc>
                  <a:txBody>
                    <a:bodyPr/>
                    <a:lstStyle/>
                    <a:p>
                      <a:pPr marL="0" marR="0" algn="just" fontAlgn="t">
                        <a:spcBef>
                          <a:spcPts val="0"/>
                        </a:spcBef>
                        <a:spcAft>
                          <a:spcPts val="0"/>
                        </a:spcAft>
                      </a:pPr>
                      <a:r>
                        <a:rPr lang="en-US" sz="1100" b="1" dirty="0">
                          <a:solidFill>
                            <a:srgbClr val="000000"/>
                          </a:solidFill>
                          <a:effectLst/>
                          <a:latin typeface="Arial" panose="020B0604020202020204" pitchFamily="34" charset="0"/>
                        </a:rPr>
                        <a:t>M7 </a:t>
                      </a:r>
                      <a:r>
                        <a:rPr lang="en-US" sz="1100" dirty="0">
                          <a:solidFill>
                            <a:srgbClr val="000000"/>
                          </a:solidFill>
                          <a:effectLst/>
                          <a:latin typeface="Arial" panose="020B0604020202020204" pitchFamily="34" charset="0"/>
                        </a:rPr>
                        <a:t>Closed-Loop Autonomous Discovery *</a:t>
                      </a:r>
                      <a:endParaRPr lang="en-US" dirty="0">
                        <a:effectLst/>
                      </a:endParaRPr>
                    </a:p>
                  </a:txBody>
                  <a:tcPr marL="38100" marR="63500" marT="12700" marB="127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20000"/>
                        <a:lumOff val="80000"/>
                      </a:schemeClr>
                    </a:solidFill>
                  </a:tcPr>
                </a:tc>
                <a:tc>
                  <a:txBody>
                    <a:bodyPr/>
                    <a:lstStyle/>
                    <a:p>
                      <a:pPr marL="0" marR="0" algn="just" fontAlgn="t">
                        <a:spcBef>
                          <a:spcPts val="0"/>
                        </a:spcBef>
                        <a:spcAft>
                          <a:spcPts val="0"/>
                        </a:spcAft>
                      </a:pPr>
                      <a:r>
                        <a:rPr lang="en-US" sz="1100" b="1" dirty="0">
                          <a:solidFill>
                            <a:srgbClr val="000000"/>
                          </a:solidFill>
                          <a:effectLst/>
                          <a:latin typeface="Arial" panose="020B0604020202020204" pitchFamily="34" charset="0"/>
                        </a:rPr>
                        <a:t>M8 </a:t>
                      </a:r>
                      <a:r>
                        <a:rPr lang="en-US" sz="1100" dirty="0">
                          <a:solidFill>
                            <a:srgbClr val="000000"/>
                          </a:solidFill>
                          <a:effectLst/>
                          <a:latin typeface="Arial" panose="020B0604020202020204" pitchFamily="34" charset="0"/>
                        </a:rPr>
                        <a:t>Capstone: AI Project in Materials Research</a:t>
                      </a:r>
                      <a:endParaRPr lang="en-US" dirty="0">
                        <a:effectLst/>
                      </a:endParaRPr>
                    </a:p>
                  </a:txBody>
                  <a:tcPr marL="38100" marR="63500" marT="12700" marB="127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564257820"/>
                  </a:ext>
                </a:extLst>
              </a:tr>
            </a:tbl>
          </a:graphicData>
        </a:graphic>
      </p:graphicFrame>
      <p:sp>
        <p:nvSpPr>
          <p:cNvPr id="7" name="Rectangle 1">
            <a:extLst>
              <a:ext uri="{FF2B5EF4-FFF2-40B4-BE49-F238E27FC236}">
                <a16:creationId xmlns:a16="http://schemas.microsoft.com/office/drawing/2014/main" id="{75BD1B22-84EF-4E28-90AD-2C43784E6D28}"/>
              </a:ext>
            </a:extLst>
          </p:cNvPr>
          <p:cNvSpPr>
            <a:spLocks noChangeArrowheads="1"/>
          </p:cNvSpPr>
          <p:nvPr/>
        </p:nvSpPr>
        <p:spPr bwMode="auto">
          <a:xfrm>
            <a:off x="125225" y="46270"/>
            <a:ext cx="11966417" cy="5186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fr-FR" sz="2000" b="1" i="0" u="none" strike="noStrike" cap="none" normalizeH="0" baseline="0" dirty="0">
                <a:ln>
                  <a:noFill/>
                </a:ln>
                <a:solidFill>
                  <a:srgbClr val="000000"/>
                </a:solidFill>
                <a:effectLst/>
                <a:latin typeface="Arial" panose="020B0604020202020204" pitchFamily="34" charset="0"/>
                <a:cs typeface="Arial" panose="020B0604020202020204" pitchFamily="34" charset="0"/>
              </a:rPr>
              <a:t>2. AI4MatEDU-Net (Theodoros Karakasidis </a:t>
            </a:r>
            <a:r>
              <a:rPr kumimoji="0" lang="en-US" altLang="fr-FR" sz="2000" b="1"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U.Thessaly</a:t>
            </a:r>
            <a:r>
              <a:rPr kumimoji="0" lang="en-US" altLang="fr-FR" sz="2000" b="1" i="0" u="none" strike="noStrike" cap="none" normalizeH="0" baseline="0" dirty="0">
                <a:ln>
                  <a:noFill/>
                </a:ln>
                <a:solidFill>
                  <a:srgbClr val="000000"/>
                </a:solidFill>
                <a:effectLst/>
                <a:latin typeface="Arial" panose="020B0604020202020204" pitchFamily="34" charset="0"/>
                <a:cs typeface="Arial" panose="020B0604020202020204" pitchFamily="34" charset="0"/>
              </a:rPr>
              <a:t>, Greece)</a:t>
            </a:r>
            <a:endParaRPr kumimoji="0" lang="en-US" altLang="fr-FR"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fr-FR" sz="2000" b="0" i="1" u="none" strike="noStrike" cap="none" normalizeH="0" baseline="0" dirty="0">
                <a:ln>
                  <a:noFill/>
                </a:ln>
                <a:solidFill>
                  <a:srgbClr val="000000"/>
                </a:solidFill>
                <a:effectLst/>
                <a:latin typeface="Arial" panose="020B0604020202020204" pitchFamily="34" charset="0"/>
                <a:cs typeface="Arial" panose="020B0604020202020204" pitchFamily="34" charset="0"/>
              </a:rPr>
              <a:t>Embedding AI and Data Science into Materials Science Higher Education</a:t>
            </a:r>
            <a:endParaRPr kumimoji="0" lang="en-US" altLang="fr-FR"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fr-FR" sz="1100" b="1"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fr-FR" sz="1400" b="1" i="0" u="none" strike="noStrike" cap="none" normalizeH="0" baseline="0" dirty="0">
                <a:ln>
                  <a:noFill/>
                </a:ln>
                <a:solidFill>
                  <a:srgbClr val="000000"/>
                </a:solidFill>
                <a:effectLst/>
                <a:latin typeface="Arial" panose="020B0604020202020204" pitchFamily="34" charset="0"/>
                <a:cs typeface="Arial" panose="020B0604020202020204" pitchFamily="34" charset="0"/>
              </a:rPr>
              <a:t>THE IDEA</a:t>
            </a:r>
            <a:endParaRPr kumimoji="0" lang="en-US" altLang="fr-FR"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fr-FR"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AI4MatEDU-Net equips university educators in materials science, physics, chemistry and related engineering disciplines to  integrate AI,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fr-FR"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machine learning and automated experimentation into their existing courses.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fr-FR"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By training the lecturers/professors/teaching staff (which will act as the multiplier), the project reaches hundreds of students over many years.</a:t>
            </a:r>
            <a:endParaRPr kumimoji="0" lang="en-US" altLang="fr-FR"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fr-FR" sz="1400" b="1"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fr-FR" sz="1400" b="1" i="0" u="none" strike="noStrike" cap="none" normalizeH="0" baseline="0" dirty="0">
                <a:ln>
                  <a:noFill/>
                </a:ln>
                <a:solidFill>
                  <a:srgbClr val="000000"/>
                </a:solidFill>
                <a:effectLst/>
                <a:latin typeface="Arial" panose="020B0604020202020204" pitchFamily="34" charset="0"/>
                <a:cs typeface="Arial" panose="020B0604020202020204" pitchFamily="34" charset="0"/>
              </a:rPr>
              <a:t>WHY NOW</a:t>
            </a:r>
            <a:endParaRPr kumimoji="0" lang="en-US" altLang="fr-FR"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fr-FR"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fr-FR" sz="1400" b="1" i="0" u="none" strike="noStrike" cap="none" normalizeH="0" baseline="0" dirty="0">
                <a:ln>
                  <a:noFill/>
                </a:ln>
                <a:solidFill>
                  <a:srgbClr val="000000"/>
                </a:solidFill>
                <a:effectLst/>
                <a:latin typeface="Arial" panose="020B0604020202020204" pitchFamily="34" charset="0"/>
                <a:cs typeface="Arial" panose="020B0604020202020204" pitchFamily="34" charset="0"/>
              </a:rPr>
              <a:t>Skills gap: </a:t>
            </a:r>
            <a:r>
              <a:rPr kumimoji="0" lang="en-US" altLang="fr-FR"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AI and self-driving-lab methods are transforming materials research, but no open higher-education curriculum for educators.</a:t>
            </a:r>
            <a:endParaRPr kumimoji="0" lang="en-US" altLang="fr-FR"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fr-FR"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fr-FR" sz="1400" b="1" i="0" u="none" strike="noStrike" cap="none" normalizeH="0" baseline="0" dirty="0">
                <a:ln>
                  <a:noFill/>
                </a:ln>
                <a:solidFill>
                  <a:srgbClr val="000000"/>
                </a:solidFill>
                <a:effectLst/>
                <a:latin typeface="Arial" panose="020B0604020202020204" pitchFamily="34" charset="0"/>
                <a:cs typeface="Arial" panose="020B0604020202020204" pitchFamily="34" charset="0"/>
              </a:rPr>
              <a:t>First of its kind: </a:t>
            </a:r>
            <a:r>
              <a:rPr kumimoji="0" lang="en-US" altLang="fr-FR"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Modules M6-M7 on robotic experimentation and closed-loop autonomous discovery are the first open HE resources in EU.</a:t>
            </a:r>
            <a:endParaRPr kumimoji="0" lang="en-US" altLang="fr-FR"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fr-FR"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fr-FR" sz="1400" b="1" i="0" u="none" strike="noStrike" cap="none" normalizeH="0" baseline="0" dirty="0">
                <a:ln>
                  <a:noFill/>
                </a:ln>
                <a:solidFill>
                  <a:srgbClr val="000000"/>
                </a:solidFill>
                <a:effectLst/>
                <a:latin typeface="Arial" panose="020B0604020202020204" pitchFamily="34" charset="0"/>
                <a:cs typeface="Arial" panose="020B0604020202020204" pitchFamily="34" charset="0"/>
              </a:rPr>
              <a:t>Built-in network: </a:t>
            </a:r>
            <a:r>
              <a:rPr kumimoji="0" lang="en-US" altLang="fr-FR"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All 8 partners from EU-MACE COST Action (31 countries) = a ready-made community and shared scientific vision.</a:t>
            </a:r>
            <a:endParaRPr kumimoji="0" lang="en-US" altLang="fr-FR"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fr-FR" sz="1400" b="1"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fr-FR" sz="1400" b="1" i="0" u="none" strike="noStrike" cap="none" normalizeH="0" baseline="0" dirty="0">
                <a:ln>
                  <a:noFill/>
                </a:ln>
                <a:solidFill>
                  <a:srgbClr val="000000"/>
                </a:solidFill>
                <a:effectLst/>
                <a:latin typeface="Arial" panose="020B0604020202020204" pitchFamily="34" charset="0"/>
                <a:cs typeface="Arial" panose="020B0604020202020204" pitchFamily="34" charset="0"/>
              </a:rPr>
              <a:t>WHAT WE WILL DELIVER: 8 INTERDISCIPLINARY TEACHING MODULES (indicative)</a:t>
            </a:r>
            <a:endParaRPr kumimoji="0" lang="en-US" altLang="fr-FR"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fr-FR" sz="1400" b="0" i="1" u="none" strike="noStrike" cap="none" normalizeH="0" baseline="0" dirty="0">
                <a:ln>
                  <a:noFill/>
                </a:ln>
                <a:solidFill>
                  <a:srgbClr val="000000"/>
                </a:solidFill>
                <a:effectLst/>
                <a:latin typeface="Arial" panose="020B0604020202020204" pitchFamily="34" charset="0"/>
                <a:cs typeface="Arial" panose="020B0604020202020204" pitchFamily="34" charset="0"/>
              </a:rPr>
              <a:t>* Novel modules +</a:t>
            </a:r>
            <a:r>
              <a:rPr kumimoji="0" lang="en-US" altLang="fr-FR"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Open Edu. Resources platform, Virtual AI Labs (remote access); 8 stackable micro-</a:t>
            </a:r>
            <a:r>
              <a:rPr kumimoji="0" lang="en-US" altLang="fr-FR" sz="14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cdts</a:t>
            </a:r>
            <a:r>
              <a:rPr kumimoji="0" lang="en-US" altLang="fr-FR"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(EQF Level 6/7, aligned to </a:t>
            </a:r>
            <a:r>
              <a:rPr kumimoji="0" lang="en-US" altLang="fr-FR" sz="14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DigComp</a:t>
            </a:r>
            <a:r>
              <a:rPr kumimoji="0" lang="en-US" altLang="fr-FR"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2.2).</a:t>
            </a:r>
            <a:endParaRPr kumimoji="0" lang="en-US" altLang="fr-FR"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fr-FR" sz="1400" b="1"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fr-FR" sz="1400" b="1" i="0" u="none" strike="noStrike" cap="none" normalizeH="0" baseline="0" dirty="0">
                <a:ln>
                  <a:noFill/>
                </a:ln>
                <a:solidFill>
                  <a:srgbClr val="000000"/>
                </a:solidFill>
                <a:effectLst/>
                <a:latin typeface="Arial" panose="020B0604020202020204" pitchFamily="34" charset="0"/>
                <a:cs typeface="Arial" panose="020B0604020202020204" pitchFamily="34" charset="0"/>
              </a:rPr>
              <a:t>EU PRIORITIES ADDRESSED</a:t>
            </a:r>
            <a:endParaRPr kumimoji="0" lang="en-US" altLang="fr-FR"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fr-FR"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Digital transformation, Green transition (sustainable materials &amp; energy), Innovation in teaching, Open science &amp; FAIR data.</a:t>
            </a:r>
            <a:endParaRPr kumimoji="0" lang="en-US" altLang="fr-FR"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fr-FR" sz="1400" b="1"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fr-FR" sz="1400" b="1" i="0" u="none" strike="noStrike" cap="none" normalizeH="0" baseline="0" dirty="0">
                <a:ln>
                  <a:noFill/>
                </a:ln>
                <a:solidFill>
                  <a:srgbClr val="000000"/>
                </a:solidFill>
                <a:effectLst/>
                <a:latin typeface="Arial" panose="020B0604020202020204" pitchFamily="34" charset="0"/>
                <a:cs typeface="Arial" panose="020B0604020202020204" pitchFamily="34" charset="0"/>
              </a:rPr>
              <a:t>FOR DISCUSSION TODAY</a:t>
            </a:r>
            <a:endParaRPr kumimoji="0" lang="en-US" altLang="fr-FR"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fr-FR"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fr-FR" sz="1400" b="1" i="0" u="none" strike="noStrike" cap="none" normalizeH="0" baseline="0" dirty="0">
                <a:ln>
                  <a:noFill/>
                </a:ln>
                <a:solidFill>
                  <a:srgbClr val="000000"/>
                </a:solidFill>
                <a:effectLst/>
                <a:latin typeface="Arial" panose="020B0604020202020204" pitchFamily="34" charset="0"/>
                <a:cs typeface="Arial" panose="020B0604020202020204" pitchFamily="34" charset="0"/>
              </a:rPr>
              <a:t>Partner commitments: </a:t>
            </a:r>
            <a:r>
              <a:rPr kumimoji="0" lang="en-US" altLang="fr-FR"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confirm each institution's lead role, work-package ownership and in-kind contribution </a:t>
            </a:r>
            <a:r>
              <a:rPr kumimoji="0" lang="en-US" altLang="fr-FR"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sym typeface="Wingdings" panose="05000000000000000000" pitchFamily="2" charset="2"/>
              </a:rPr>
              <a:t> </a:t>
            </a:r>
            <a:endParaRPr kumimoji="0" lang="en-US" altLang="fr-FR"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fr-FR"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fr-FR" sz="1400" b="1" i="0" u="none" strike="noStrike" cap="none" normalizeH="0" baseline="0" dirty="0">
                <a:ln>
                  <a:noFill/>
                </a:ln>
                <a:solidFill>
                  <a:srgbClr val="000000"/>
                </a:solidFill>
                <a:effectLst/>
                <a:latin typeface="Arial" panose="020B0604020202020204" pitchFamily="34" charset="0"/>
                <a:cs typeface="Arial" panose="020B0604020202020204" pitchFamily="34" charset="0"/>
              </a:rPr>
              <a:t>Resources: </a:t>
            </a:r>
            <a:r>
              <a:rPr kumimoji="0" lang="en-US" altLang="fr-FR"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datasets, lab/remote access and student cohorts each partner can pledge for piloting.</a:t>
            </a:r>
            <a:endParaRPr kumimoji="0" lang="en-US" altLang="fr-FR"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fr-FR"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fr-FR" sz="1400" b="1" i="0" u="none" strike="noStrike" cap="none" normalizeH="0" baseline="0" dirty="0">
                <a:ln>
                  <a:noFill/>
                </a:ln>
                <a:solidFill>
                  <a:srgbClr val="000000"/>
                </a:solidFill>
                <a:effectLst/>
                <a:latin typeface="Arial" panose="020B0604020202020204" pitchFamily="34" charset="0"/>
                <a:cs typeface="Arial" panose="020B0604020202020204" pitchFamily="34" charset="0"/>
              </a:rPr>
              <a:t>Timeline: </a:t>
            </a:r>
            <a:r>
              <a:rPr kumimoji="0" lang="en-US" altLang="fr-FR"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agree the submission target for the 2027 Round 1 call and the kick-off meeting date.</a:t>
            </a:r>
            <a:endParaRPr kumimoji="0" lang="en-US" altLang="fr-FR" sz="1800" b="0" i="0" u="none" strike="noStrike" cap="none" normalizeH="0" baseline="0" dirty="0">
              <a:ln>
                <a:noFill/>
              </a:ln>
              <a:solidFill>
                <a:schemeClr val="tx1"/>
              </a:solidFill>
              <a:effectLst/>
              <a:latin typeface="Arial" panose="020B0604020202020204" pitchFamily="34" charset="0"/>
            </a:endParaRPr>
          </a:p>
        </p:txBody>
      </p:sp>
      <p:pic>
        <p:nvPicPr>
          <p:cNvPr id="10" name="Image 9">
            <a:extLst>
              <a:ext uri="{FF2B5EF4-FFF2-40B4-BE49-F238E27FC236}">
                <a16:creationId xmlns:a16="http://schemas.microsoft.com/office/drawing/2014/main" id="{FC93CDAE-C2CF-483B-9403-8E6AF548ADD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4995" y="-98589"/>
            <a:ext cx="1482039" cy="1000377"/>
          </a:xfrm>
          <a:prstGeom prst="rect">
            <a:avLst/>
          </a:prstGeom>
        </p:spPr>
      </p:pic>
    </p:spTree>
    <p:extLst>
      <p:ext uri="{BB962C8B-B14F-4D97-AF65-F5344CB8AC3E}">
        <p14:creationId xmlns:p14="http://schemas.microsoft.com/office/powerpoint/2010/main" val="14749578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E392E-35DE-4538-B4D5-996B78CC6C34}"/>
              </a:ext>
            </a:extLst>
          </p:cNvPr>
          <p:cNvSpPr txBox="1">
            <a:spLocks/>
          </p:cNvSpPr>
          <p:nvPr/>
        </p:nvSpPr>
        <p:spPr>
          <a:xfrm>
            <a:off x="457198" y="274638"/>
            <a:ext cx="10105699" cy="11430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2400" b="1" dirty="0"/>
              <a:t>3. Hands-on Advanced </a:t>
            </a:r>
            <a:r>
              <a:rPr lang="fr-FR" sz="2400" b="1" dirty="0" err="1"/>
              <a:t>materials</a:t>
            </a:r>
            <a:r>
              <a:rPr lang="fr-FR" sz="2400" b="1" dirty="0"/>
              <a:t> for </a:t>
            </a:r>
            <a:r>
              <a:rPr lang="fr-FR" sz="2400" b="1" dirty="0" err="1"/>
              <a:t>renewable</a:t>
            </a:r>
            <a:r>
              <a:rPr lang="fr-FR" sz="2400" b="1" dirty="0"/>
              <a:t> </a:t>
            </a:r>
            <a:r>
              <a:rPr lang="fr-FR" sz="2400" b="1" dirty="0" err="1"/>
              <a:t>energy</a:t>
            </a:r>
            <a:r>
              <a:rPr lang="fr-FR" sz="2400" b="1" dirty="0"/>
              <a:t> </a:t>
            </a:r>
            <a:r>
              <a:rPr lang="fr-FR" sz="2400" b="1" dirty="0" err="1"/>
              <a:t>technology</a:t>
            </a:r>
            <a:r>
              <a:rPr lang="fr-FR" sz="2400" b="1" dirty="0"/>
              <a:t> –Masters’ program </a:t>
            </a:r>
            <a:r>
              <a:rPr lang="fr-FR" sz="2400" b="1" dirty="0" err="1"/>
              <a:t>under</a:t>
            </a:r>
            <a:r>
              <a:rPr lang="fr-FR" sz="2400" b="1" dirty="0"/>
              <a:t> EIT-</a:t>
            </a:r>
            <a:r>
              <a:rPr lang="fr-FR" sz="2400" b="1" dirty="0" err="1"/>
              <a:t>InnoEnergy</a:t>
            </a:r>
            <a:r>
              <a:rPr lang="fr-FR" sz="2400" b="1" dirty="0"/>
              <a:t> (S. Nakamae, CEA France) </a:t>
            </a:r>
          </a:p>
        </p:txBody>
      </p:sp>
      <p:sp>
        <p:nvSpPr>
          <p:cNvPr id="3" name="Content Placeholder 2">
            <a:extLst>
              <a:ext uri="{FF2B5EF4-FFF2-40B4-BE49-F238E27FC236}">
                <a16:creationId xmlns:a16="http://schemas.microsoft.com/office/drawing/2014/main" id="{086C27D6-37E3-4AC1-B8C5-BF531B24AC34}"/>
              </a:ext>
            </a:extLst>
          </p:cNvPr>
          <p:cNvSpPr txBox="1">
            <a:spLocks/>
          </p:cNvSpPr>
          <p:nvPr/>
        </p:nvSpPr>
        <p:spPr>
          <a:xfrm>
            <a:off x="457199" y="1247309"/>
            <a:ext cx="11187953" cy="533605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u="sng" dirty="0"/>
              <a:t>Academic departments</a:t>
            </a:r>
            <a:r>
              <a:rPr lang="en-US" sz="2400" dirty="0"/>
              <a:t>: materials engineering, but can be chemistry (electrochemistry) or physics (soft matter, or solid-state) depending on the expertise of the participating researchers/universities</a:t>
            </a:r>
          </a:p>
          <a:p>
            <a:r>
              <a:rPr lang="en-US" sz="2400" u="sng" dirty="0"/>
              <a:t>Industrial partners</a:t>
            </a:r>
            <a:r>
              <a:rPr lang="en-US" sz="2400" dirty="0"/>
              <a:t>: Building materials, RES technologies</a:t>
            </a:r>
          </a:p>
          <a:p>
            <a:r>
              <a:rPr lang="en-US" sz="2400" u="sng" dirty="0"/>
              <a:t>Competence Pillars</a:t>
            </a:r>
          </a:p>
          <a:p>
            <a:pPr lvl="1"/>
            <a:r>
              <a:rPr lang="en-US" sz="2000" dirty="0"/>
              <a:t>Advanced materials: </a:t>
            </a:r>
            <a:r>
              <a:rPr lang="en-US" sz="2000" dirty="0" err="1"/>
              <a:t>electrochem</a:t>
            </a:r>
            <a:r>
              <a:rPr lang="en-US" sz="2000" dirty="0"/>
              <a:t>, transport phenom, characterization tech, heat engines…</a:t>
            </a:r>
          </a:p>
          <a:p>
            <a:pPr lvl="1"/>
            <a:r>
              <a:rPr lang="en-US" sz="2000" dirty="0"/>
              <a:t>Automation and acceleration: Robotics, AI, exp workflow</a:t>
            </a:r>
          </a:p>
          <a:p>
            <a:pPr lvl="1"/>
            <a:r>
              <a:rPr lang="en-US" sz="2000" dirty="0"/>
              <a:t>Device/System design and integration: PV, batteries (elec. Storage/distribution), heat exchangers/thermal storage, hydrogen?</a:t>
            </a:r>
          </a:p>
          <a:p>
            <a:pPr lvl="1"/>
            <a:r>
              <a:rPr lang="en-US" sz="2000" dirty="0"/>
              <a:t>Economics &amp; sustainability: LCA, techno-economics, material circularity</a:t>
            </a:r>
            <a:r>
              <a:rPr lang="en-US" dirty="0"/>
              <a:t> </a:t>
            </a:r>
          </a:p>
          <a:p>
            <a:r>
              <a:rPr lang="en-US" sz="2400" u="sng" dirty="0"/>
              <a:t>Courses and Projects </a:t>
            </a:r>
            <a:r>
              <a:rPr lang="en-US" sz="2400" dirty="0"/>
              <a:t>(require: prototyping lab for modules/devices)</a:t>
            </a:r>
          </a:p>
          <a:p>
            <a:pPr lvl="1"/>
            <a:r>
              <a:rPr lang="en-US" sz="2000" dirty="0"/>
              <a:t>Thermal harvesting, circulation and storage</a:t>
            </a:r>
          </a:p>
          <a:p>
            <a:pPr lvl="1"/>
            <a:r>
              <a:rPr lang="en-US" sz="2000" dirty="0"/>
              <a:t>PV panels with battery modules</a:t>
            </a:r>
          </a:p>
          <a:p>
            <a:pPr lvl="1"/>
            <a:r>
              <a:rPr lang="en-US" sz="2000" dirty="0"/>
              <a:t>Thermal insulation …</a:t>
            </a:r>
          </a:p>
        </p:txBody>
      </p:sp>
      <p:pic>
        <p:nvPicPr>
          <p:cNvPr id="4" name="Image 3">
            <a:extLst>
              <a:ext uri="{FF2B5EF4-FFF2-40B4-BE49-F238E27FC236}">
                <a16:creationId xmlns:a16="http://schemas.microsoft.com/office/drawing/2014/main" id="{5E966971-7AE9-401C-9D3D-CBD02317775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4995" y="-98589"/>
            <a:ext cx="1482039" cy="1000377"/>
          </a:xfrm>
          <a:prstGeom prst="rect">
            <a:avLst/>
          </a:prstGeom>
        </p:spPr>
      </p:pic>
      <p:sp>
        <p:nvSpPr>
          <p:cNvPr id="5" name="Espace réservé de la date 4">
            <a:extLst>
              <a:ext uri="{FF2B5EF4-FFF2-40B4-BE49-F238E27FC236}">
                <a16:creationId xmlns:a16="http://schemas.microsoft.com/office/drawing/2014/main" id="{11467AF7-BF99-4DB6-85AB-E2026C151153}"/>
              </a:ext>
            </a:extLst>
          </p:cNvPr>
          <p:cNvSpPr>
            <a:spLocks noGrp="1"/>
          </p:cNvSpPr>
          <p:nvPr>
            <p:ph type="dt" sz="half" idx="10"/>
          </p:nvPr>
        </p:nvSpPr>
        <p:spPr/>
        <p:txBody>
          <a:bodyPr/>
          <a:lstStyle/>
          <a:p>
            <a:fld id="{DFB06794-B166-422E-B8ED-CBB080A75080}" type="datetime1">
              <a:rPr lang="fr-FR" smtClean="0"/>
              <a:t>15/07/2026</a:t>
            </a:fld>
            <a:endParaRPr lang="fr-FR"/>
          </a:p>
        </p:txBody>
      </p:sp>
      <p:sp>
        <p:nvSpPr>
          <p:cNvPr id="6" name="Espace réservé du pied de page 5">
            <a:extLst>
              <a:ext uri="{FF2B5EF4-FFF2-40B4-BE49-F238E27FC236}">
                <a16:creationId xmlns:a16="http://schemas.microsoft.com/office/drawing/2014/main" id="{BFB21D77-73C5-4734-B0E2-8483E04FA50B}"/>
              </a:ext>
            </a:extLst>
          </p:cNvPr>
          <p:cNvSpPr>
            <a:spLocks noGrp="1"/>
          </p:cNvSpPr>
          <p:nvPr>
            <p:ph type="ftr" sz="quarter" idx="11"/>
          </p:nvPr>
        </p:nvSpPr>
        <p:spPr/>
        <p:txBody>
          <a:bodyPr/>
          <a:lstStyle/>
          <a:p>
            <a:r>
              <a:rPr lang="fr-FR"/>
              <a:t>CA22123 EU-MACE GP3 monthly CG update</a:t>
            </a:r>
          </a:p>
        </p:txBody>
      </p:sp>
      <p:sp>
        <p:nvSpPr>
          <p:cNvPr id="7" name="Espace réservé du numéro de diapositive 6">
            <a:extLst>
              <a:ext uri="{FF2B5EF4-FFF2-40B4-BE49-F238E27FC236}">
                <a16:creationId xmlns:a16="http://schemas.microsoft.com/office/drawing/2014/main" id="{EC642B87-703A-42A8-BEF2-26CA1837DA62}"/>
              </a:ext>
            </a:extLst>
          </p:cNvPr>
          <p:cNvSpPr>
            <a:spLocks noGrp="1"/>
          </p:cNvSpPr>
          <p:nvPr>
            <p:ph type="sldNum" sz="quarter" idx="12"/>
          </p:nvPr>
        </p:nvSpPr>
        <p:spPr/>
        <p:txBody>
          <a:bodyPr/>
          <a:lstStyle/>
          <a:p>
            <a:fld id="{D4F05A88-949C-405F-9A94-24B26D3C4D55}" type="slidenum">
              <a:rPr lang="fr-FR" smtClean="0"/>
              <a:t>11</a:t>
            </a:fld>
            <a:endParaRPr lang="fr-FR"/>
          </a:p>
        </p:txBody>
      </p:sp>
    </p:spTree>
    <p:extLst>
      <p:ext uri="{BB962C8B-B14F-4D97-AF65-F5344CB8AC3E}">
        <p14:creationId xmlns:p14="http://schemas.microsoft.com/office/powerpoint/2010/main" val="15706462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a:extLst>
              <a:ext uri="{FF2B5EF4-FFF2-40B4-BE49-F238E27FC236}">
                <a16:creationId xmlns:a16="http://schemas.microsoft.com/office/drawing/2014/main" id="{432416A3-39EF-4CBE-943D-C79C22FDDC46}"/>
              </a:ext>
            </a:extLst>
          </p:cNvPr>
          <p:cNvSpPr>
            <a:spLocks noGrp="1"/>
          </p:cNvSpPr>
          <p:nvPr>
            <p:ph type="title"/>
          </p:nvPr>
        </p:nvSpPr>
        <p:spPr>
          <a:xfrm>
            <a:off x="838200" y="649956"/>
            <a:ext cx="10515600" cy="726137"/>
          </a:xfrm>
        </p:spPr>
        <p:txBody>
          <a:bodyPr/>
          <a:lstStyle/>
          <a:p>
            <a:r>
              <a:rPr lang="en-US" sz="2800" dirty="0"/>
              <a:t>Erasmus+ and other training network building</a:t>
            </a:r>
          </a:p>
        </p:txBody>
      </p:sp>
      <p:sp>
        <p:nvSpPr>
          <p:cNvPr id="6" name="Espace réservé du pied de page 5"/>
          <p:cNvSpPr>
            <a:spLocks noGrp="1"/>
          </p:cNvSpPr>
          <p:nvPr>
            <p:ph type="ftr" sz="quarter" idx="11"/>
          </p:nvPr>
        </p:nvSpPr>
        <p:spPr/>
        <p:txBody>
          <a:bodyPr/>
          <a:lstStyle/>
          <a:p>
            <a:r>
              <a:rPr lang="en-US"/>
              <a:t>CA22123 EU-MACE GP3 monthly CG update</a:t>
            </a:r>
            <a:endParaRPr lang="en-US" dirty="0"/>
          </a:p>
        </p:txBody>
      </p:sp>
      <p:sp>
        <p:nvSpPr>
          <p:cNvPr id="7" name="Espace réservé du numéro de diapositive 6"/>
          <p:cNvSpPr>
            <a:spLocks noGrp="1"/>
          </p:cNvSpPr>
          <p:nvPr>
            <p:ph type="sldNum" sz="quarter" idx="12"/>
          </p:nvPr>
        </p:nvSpPr>
        <p:spPr/>
        <p:txBody>
          <a:bodyPr/>
          <a:lstStyle/>
          <a:p>
            <a:fld id="{F91729D4-A164-47A3-830D-E792BCE699E4}" type="slidenum">
              <a:rPr lang="en-US" smtClean="0"/>
              <a:t>12</a:t>
            </a:fld>
            <a:endParaRPr lang="en-US" dirty="0"/>
          </a:p>
        </p:txBody>
      </p:sp>
      <p:sp>
        <p:nvSpPr>
          <p:cNvPr id="8" name="Espace réservé de la date 7"/>
          <p:cNvSpPr>
            <a:spLocks noGrp="1"/>
          </p:cNvSpPr>
          <p:nvPr>
            <p:ph type="dt" sz="half" idx="10"/>
          </p:nvPr>
        </p:nvSpPr>
        <p:spPr/>
        <p:txBody>
          <a:bodyPr/>
          <a:lstStyle/>
          <a:p>
            <a:fld id="{3E3FFA16-DAE2-4158-B880-1C58A3721BB1}" type="datetime1">
              <a:rPr lang="fr-FR" smtClean="0"/>
              <a:t>15/07/2026</a:t>
            </a:fld>
            <a:endParaRPr lang="en-US" dirty="0"/>
          </a:p>
        </p:txBody>
      </p:sp>
      <p:sp>
        <p:nvSpPr>
          <p:cNvPr id="10" name="ZoneTexte 9">
            <a:extLst>
              <a:ext uri="{FF2B5EF4-FFF2-40B4-BE49-F238E27FC236}">
                <a16:creationId xmlns:a16="http://schemas.microsoft.com/office/drawing/2014/main" id="{635AC1D4-27E7-453C-A523-71CF05C4EF1E}"/>
              </a:ext>
            </a:extLst>
          </p:cNvPr>
          <p:cNvSpPr txBox="1"/>
          <p:nvPr/>
        </p:nvSpPr>
        <p:spPr>
          <a:xfrm>
            <a:off x="1287713" y="1376093"/>
            <a:ext cx="10201342" cy="707886"/>
          </a:xfrm>
          <a:prstGeom prst="rect">
            <a:avLst/>
          </a:prstGeom>
          <a:noFill/>
        </p:spPr>
        <p:txBody>
          <a:bodyPr wrap="square" rtlCol="0">
            <a:spAutoFit/>
          </a:bodyPr>
          <a:lstStyle/>
          <a:p>
            <a:r>
              <a:rPr lang="fr-FR" sz="2000" u="sng" dirty="0"/>
              <a:t>You can </a:t>
            </a:r>
            <a:r>
              <a:rPr lang="fr-FR" sz="2000" u="sng" dirty="0" err="1"/>
              <a:t>still</a:t>
            </a:r>
            <a:r>
              <a:rPr lang="fr-FR" sz="2000" u="sng" dirty="0"/>
              <a:t> </a:t>
            </a:r>
            <a:r>
              <a:rPr lang="fr-FR" sz="2000" u="sng" dirty="0" err="1"/>
              <a:t>join</a:t>
            </a:r>
            <a:r>
              <a:rPr lang="fr-FR" sz="2000" u="sng" dirty="0"/>
              <a:t> (email me if </a:t>
            </a:r>
            <a:r>
              <a:rPr lang="fr-FR" sz="2000" u="sng" dirty="0" err="1"/>
              <a:t>you</a:t>
            </a:r>
            <a:r>
              <a:rPr lang="fr-FR" sz="2000" u="sng" dirty="0"/>
              <a:t> do): </a:t>
            </a:r>
            <a:r>
              <a:rPr lang="fr-FR" sz="2000" u="sng" dirty="0">
                <a:hlinkClick r:id="rId3"/>
              </a:rPr>
              <a:t>https://forms.office.com/e/2b0DmVgyAV</a:t>
            </a:r>
            <a:r>
              <a:rPr lang="fr-FR" sz="2000" u="sng" dirty="0"/>
              <a:t>  </a:t>
            </a:r>
            <a:endParaRPr lang="fr-FR" sz="2000" dirty="0"/>
          </a:p>
          <a:p>
            <a:endParaRPr lang="fr-FR" sz="2000" dirty="0"/>
          </a:p>
        </p:txBody>
      </p:sp>
      <p:graphicFrame>
        <p:nvGraphicFramePr>
          <p:cNvPr id="2" name="Tableau 1">
            <a:extLst>
              <a:ext uri="{FF2B5EF4-FFF2-40B4-BE49-F238E27FC236}">
                <a16:creationId xmlns:a16="http://schemas.microsoft.com/office/drawing/2014/main" id="{DB152B69-0F69-4B19-A24C-DB9927EDE5C2}"/>
              </a:ext>
            </a:extLst>
          </p:cNvPr>
          <p:cNvGraphicFramePr>
            <a:graphicFrameLocks noGrp="1"/>
          </p:cNvGraphicFramePr>
          <p:nvPr>
            <p:extLst>
              <p:ext uri="{D42A27DB-BD31-4B8C-83A1-F6EECF244321}">
                <p14:modId xmlns:p14="http://schemas.microsoft.com/office/powerpoint/2010/main" val="2378337798"/>
              </p:ext>
            </p:extLst>
          </p:nvPr>
        </p:nvGraphicFramePr>
        <p:xfrm>
          <a:off x="1349526" y="1730036"/>
          <a:ext cx="9724173" cy="4417993"/>
        </p:xfrm>
        <a:graphic>
          <a:graphicData uri="http://schemas.openxmlformats.org/drawingml/2006/table">
            <a:tbl>
              <a:tblPr/>
              <a:tblGrid>
                <a:gridCol w="3323934">
                  <a:extLst>
                    <a:ext uri="{9D8B030D-6E8A-4147-A177-3AD203B41FA5}">
                      <a16:colId xmlns:a16="http://schemas.microsoft.com/office/drawing/2014/main" val="3968488462"/>
                    </a:ext>
                  </a:extLst>
                </a:gridCol>
                <a:gridCol w="6400239">
                  <a:extLst>
                    <a:ext uri="{9D8B030D-6E8A-4147-A177-3AD203B41FA5}">
                      <a16:colId xmlns:a16="http://schemas.microsoft.com/office/drawing/2014/main" val="770724953"/>
                    </a:ext>
                  </a:extLst>
                </a:gridCol>
              </a:tblGrid>
              <a:tr h="228174">
                <a:tc>
                  <a:txBody>
                    <a:bodyPr/>
                    <a:lstStyle/>
                    <a:p>
                      <a:pPr algn="l" fontAlgn="b"/>
                      <a:r>
                        <a:rPr lang="fr-FR" sz="1400" b="1" i="0" u="none" strike="noStrike">
                          <a:solidFill>
                            <a:srgbClr val="FFFFFF"/>
                          </a:solidFill>
                          <a:effectLst/>
                          <a:latin typeface="Calibri" panose="020F0502020204030204" pitchFamily="34" charset="0"/>
                        </a:rPr>
                        <a:t>Your name</a:t>
                      </a:r>
                    </a:p>
                  </a:txBody>
                  <a:tcPr marL="3586" marR="3586" marT="3586" marB="21515" anchor="b">
                    <a:lnL>
                      <a:noFill/>
                    </a:lnL>
                    <a:lnR>
                      <a:noFill/>
                    </a:lnR>
                    <a:lnT>
                      <a:noFill/>
                    </a:lnT>
                    <a:lnB>
                      <a:noFill/>
                    </a:lnB>
                    <a:solidFill>
                      <a:srgbClr val="5B9BD5"/>
                    </a:solidFill>
                  </a:tcPr>
                </a:tc>
                <a:tc>
                  <a:txBody>
                    <a:bodyPr/>
                    <a:lstStyle/>
                    <a:p>
                      <a:pPr algn="l" fontAlgn="b"/>
                      <a:r>
                        <a:rPr lang="fr-FR" sz="1400" b="1" i="0" u="none" strike="noStrike">
                          <a:solidFill>
                            <a:srgbClr val="FFFFFF"/>
                          </a:solidFill>
                          <a:effectLst/>
                          <a:latin typeface="Calibri" panose="020F0502020204030204" pitchFamily="34" charset="0"/>
                        </a:rPr>
                        <a:t>Your affilliation</a:t>
                      </a:r>
                    </a:p>
                  </a:txBody>
                  <a:tcPr marL="3586" marR="3586" marT="3586" marB="21515" anchor="b">
                    <a:lnL>
                      <a:noFill/>
                    </a:lnL>
                    <a:lnR>
                      <a:noFill/>
                    </a:lnR>
                    <a:lnT>
                      <a:noFill/>
                    </a:lnT>
                    <a:lnB>
                      <a:noFill/>
                    </a:lnB>
                    <a:solidFill>
                      <a:srgbClr val="5B9BD5"/>
                    </a:solidFill>
                  </a:tcPr>
                </a:tc>
                <a:extLst>
                  <a:ext uri="{0D108BD9-81ED-4DB2-BD59-A6C34878D82A}">
                    <a16:rowId xmlns:a16="http://schemas.microsoft.com/office/drawing/2014/main" val="1788133770"/>
                  </a:ext>
                </a:extLst>
              </a:tr>
              <a:tr h="495984">
                <a:tc>
                  <a:txBody>
                    <a:bodyPr/>
                    <a:lstStyle/>
                    <a:p>
                      <a:pPr algn="l" fontAlgn="b"/>
                      <a:r>
                        <a:rPr lang="fr-FR" sz="1400" b="0" i="0" u="none" strike="noStrike" dirty="0">
                          <a:solidFill>
                            <a:srgbClr val="FF0000"/>
                          </a:solidFill>
                          <a:effectLst/>
                          <a:latin typeface="Calibri" panose="020F0502020204030204" pitchFamily="34" charset="0"/>
                        </a:rPr>
                        <a:t>Victor Kislyuk</a:t>
                      </a:r>
                    </a:p>
                  </a:txBody>
                  <a:tcPr marL="3586" marR="3586" marT="3586" marB="21515" anchor="b">
                    <a:lnL>
                      <a:noFill/>
                    </a:lnL>
                    <a:lnR>
                      <a:noFill/>
                    </a:lnR>
                    <a:lnT>
                      <a:noFill/>
                    </a:lnT>
                    <a:lnB>
                      <a:noFill/>
                    </a:lnB>
                    <a:solidFill>
                      <a:srgbClr val="DDEBF7"/>
                    </a:solidFill>
                  </a:tcPr>
                </a:tc>
                <a:tc>
                  <a:txBody>
                    <a:bodyPr/>
                    <a:lstStyle/>
                    <a:p>
                      <a:pPr algn="l" fontAlgn="b"/>
                      <a:r>
                        <a:rPr lang="en-US" sz="1400" b="0" i="0" u="none" strike="noStrike" dirty="0" err="1">
                          <a:solidFill>
                            <a:srgbClr val="000000"/>
                          </a:solidFill>
                          <a:effectLst/>
                          <a:latin typeface="Calibri" panose="020F0502020204030204" pitchFamily="34" charset="0"/>
                        </a:rPr>
                        <a:t>G.V.Kurdyumov</a:t>
                      </a:r>
                      <a:r>
                        <a:rPr lang="en-US" sz="1400" b="0" i="0" u="none" strike="noStrike" dirty="0">
                          <a:solidFill>
                            <a:srgbClr val="000000"/>
                          </a:solidFill>
                          <a:effectLst/>
                          <a:latin typeface="Calibri" panose="020F0502020204030204" pitchFamily="34" charset="0"/>
                        </a:rPr>
                        <a:t> Institute for Metal Physics of National Academy of Sciences of Ukraine/ </a:t>
                      </a:r>
                      <a:r>
                        <a:rPr lang="en-US" sz="1400" b="0" i="0" u="none" strike="noStrike" dirty="0" err="1">
                          <a:solidFill>
                            <a:srgbClr val="000000"/>
                          </a:solidFill>
                          <a:effectLst/>
                          <a:latin typeface="Calibri" panose="020F0502020204030204" pitchFamily="34" charset="0"/>
                        </a:rPr>
                        <a:t>Taras</a:t>
                      </a:r>
                      <a:r>
                        <a:rPr lang="en-US" sz="1400" b="0" i="0" u="none" strike="noStrike" dirty="0">
                          <a:solidFill>
                            <a:srgbClr val="000000"/>
                          </a:solidFill>
                          <a:effectLst/>
                          <a:latin typeface="Calibri" panose="020F0502020204030204" pitchFamily="34" charset="0"/>
                        </a:rPr>
                        <a:t> Shevchenko National University of Kyiv</a:t>
                      </a:r>
                    </a:p>
                  </a:txBody>
                  <a:tcPr marL="3586" marR="3586" marT="3586" marB="21515" anchor="b">
                    <a:lnL>
                      <a:noFill/>
                    </a:lnL>
                    <a:lnR>
                      <a:noFill/>
                    </a:lnR>
                    <a:lnT>
                      <a:noFill/>
                    </a:lnT>
                    <a:lnB>
                      <a:noFill/>
                    </a:lnB>
                    <a:solidFill>
                      <a:srgbClr val="DDEBF7"/>
                    </a:solidFill>
                  </a:tcPr>
                </a:tc>
                <a:extLst>
                  <a:ext uri="{0D108BD9-81ED-4DB2-BD59-A6C34878D82A}">
                    <a16:rowId xmlns:a16="http://schemas.microsoft.com/office/drawing/2014/main" val="1477295541"/>
                  </a:ext>
                </a:extLst>
              </a:tr>
              <a:tr h="234899">
                <a:tc>
                  <a:txBody>
                    <a:bodyPr/>
                    <a:lstStyle/>
                    <a:p>
                      <a:pPr algn="l" fontAlgn="b"/>
                      <a:r>
                        <a:rPr lang="fr-FR" sz="1400" b="0" i="0" u="none" strike="noStrike" dirty="0">
                          <a:solidFill>
                            <a:srgbClr val="FF0000"/>
                          </a:solidFill>
                          <a:effectLst/>
                          <a:latin typeface="Calibri" panose="020F0502020204030204" pitchFamily="34" charset="0"/>
                        </a:rPr>
                        <a:t>Theodoros Karakasidis</a:t>
                      </a:r>
                    </a:p>
                  </a:txBody>
                  <a:tcPr marL="3586" marR="3586" marT="3586" marB="21515" anchor="b">
                    <a:lnL>
                      <a:noFill/>
                    </a:lnL>
                    <a:lnR>
                      <a:noFill/>
                    </a:lnR>
                    <a:lnT>
                      <a:noFill/>
                    </a:lnT>
                    <a:lnB>
                      <a:noFill/>
                    </a:lnB>
                  </a:tcPr>
                </a:tc>
                <a:tc>
                  <a:txBody>
                    <a:bodyPr/>
                    <a:lstStyle/>
                    <a:p>
                      <a:pPr algn="l" fontAlgn="b"/>
                      <a:r>
                        <a:rPr lang="fr-FR" sz="1400" b="0" i="0" u="none" strike="noStrike">
                          <a:solidFill>
                            <a:srgbClr val="000000"/>
                          </a:solidFill>
                          <a:effectLst/>
                          <a:latin typeface="Calibri" panose="020F0502020204030204" pitchFamily="34" charset="0"/>
                        </a:rPr>
                        <a:t>University of Thessaly</a:t>
                      </a:r>
                    </a:p>
                  </a:txBody>
                  <a:tcPr marL="3586" marR="3586" marT="3586" marB="21515" anchor="b">
                    <a:lnL>
                      <a:noFill/>
                    </a:lnL>
                    <a:lnR>
                      <a:noFill/>
                    </a:lnR>
                    <a:lnT>
                      <a:noFill/>
                    </a:lnT>
                    <a:lnB>
                      <a:noFill/>
                    </a:lnB>
                  </a:tcPr>
                </a:tc>
                <a:extLst>
                  <a:ext uri="{0D108BD9-81ED-4DB2-BD59-A6C34878D82A}">
                    <a16:rowId xmlns:a16="http://schemas.microsoft.com/office/drawing/2014/main" val="3153427969"/>
                  </a:ext>
                </a:extLst>
              </a:tr>
              <a:tr h="311914">
                <a:tc>
                  <a:txBody>
                    <a:bodyPr/>
                    <a:lstStyle/>
                    <a:p>
                      <a:pPr algn="l" fontAlgn="b"/>
                      <a:r>
                        <a:rPr lang="fr-FR" sz="1400" b="0" i="0" u="none" strike="noStrike">
                          <a:solidFill>
                            <a:srgbClr val="000000"/>
                          </a:solidFill>
                          <a:effectLst/>
                          <a:latin typeface="Calibri" panose="020F0502020204030204" pitchFamily="34" charset="0"/>
                        </a:rPr>
                        <a:t>Roberto Iglesias</a:t>
                      </a:r>
                    </a:p>
                  </a:txBody>
                  <a:tcPr marL="3586" marR="3586" marT="3586" marB="21515" anchor="b">
                    <a:lnL>
                      <a:noFill/>
                    </a:lnL>
                    <a:lnR>
                      <a:noFill/>
                    </a:lnR>
                    <a:lnT>
                      <a:noFill/>
                    </a:lnT>
                    <a:lnB>
                      <a:noFill/>
                    </a:lnB>
                    <a:solidFill>
                      <a:srgbClr val="DDEBF7"/>
                    </a:solidFill>
                  </a:tcPr>
                </a:tc>
                <a:tc>
                  <a:txBody>
                    <a:bodyPr/>
                    <a:lstStyle/>
                    <a:p>
                      <a:pPr algn="l" fontAlgn="b"/>
                      <a:r>
                        <a:rPr lang="fr-FR" sz="1400" b="0" i="0" u="none" strike="noStrike">
                          <a:solidFill>
                            <a:srgbClr val="000000"/>
                          </a:solidFill>
                          <a:effectLst/>
                          <a:latin typeface="Calibri" panose="020F0502020204030204" pitchFamily="34" charset="0"/>
                        </a:rPr>
                        <a:t>University of Oviedo</a:t>
                      </a:r>
                    </a:p>
                  </a:txBody>
                  <a:tcPr marL="3586" marR="3586" marT="3586" marB="21515" anchor="b">
                    <a:lnL>
                      <a:noFill/>
                    </a:lnL>
                    <a:lnR>
                      <a:noFill/>
                    </a:lnR>
                    <a:lnT>
                      <a:noFill/>
                    </a:lnT>
                    <a:lnB>
                      <a:noFill/>
                    </a:lnB>
                    <a:solidFill>
                      <a:srgbClr val="DDEBF7"/>
                    </a:solidFill>
                  </a:tcPr>
                </a:tc>
                <a:extLst>
                  <a:ext uri="{0D108BD9-81ED-4DB2-BD59-A6C34878D82A}">
                    <a16:rowId xmlns:a16="http://schemas.microsoft.com/office/drawing/2014/main" val="686131145"/>
                  </a:ext>
                </a:extLst>
              </a:tr>
              <a:tr h="228174">
                <a:tc>
                  <a:txBody>
                    <a:bodyPr/>
                    <a:lstStyle/>
                    <a:p>
                      <a:pPr algn="l" fontAlgn="b"/>
                      <a:r>
                        <a:rPr lang="fr-FR" sz="1400" b="0" i="0" u="none" strike="noStrike">
                          <a:solidFill>
                            <a:srgbClr val="000000"/>
                          </a:solidFill>
                          <a:effectLst/>
                          <a:latin typeface="Calibri" panose="020F0502020204030204" pitchFamily="34" charset="0"/>
                        </a:rPr>
                        <a:t>António Pereira Gonçalves</a:t>
                      </a:r>
                    </a:p>
                  </a:txBody>
                  <a:tcPr marL="3586" marR="3586" marT="3586" marB="21515" anchor="b">
                    <a:lnL>
                      <a:noFill/>
                    </a:lnL>
                    <a:lnR>
                      <a:noFill/>
                    </a:lnR>
                    <a:lnT>
                      <a:noFill/>
                    </a:lnT>
                    <a:lnB>
                      <a:noFill/>
                    </a:lnB>
                  </a:tcPr>
                </a:tc>
                <a:tc>
                  <a:txBody>
                    <a:bodyPr/>
                    <a:lstStyle/>
                    <a:p>
                      <a:pPr algn="l" fontAlgn="b"/>
                      <a:r>
                        <a:rPr lang="pt-BR" sz="1400" b="0" i="0" u="none" strike="noStrike">
                          <a:solidFill>
                            <a:srgbClr val="000000"/>
                          </a:solidFill>
                          <a:effectLst/>
                          <a:latin typeface="Calibri" panose="020F0502020204030204" pitchFamily="34" charset="0"/>
                        </a:rPr>
                        <a:t>Instituto Superior Técnico, Universidade de Lisboa</a:t>
                      </a:r>
                    </a:p>
                  </a:txBody>
                  <a:tcPr marL="3586" marR="3586" marT="3586" marB="21515" anchor="b">
                    <a:lnL>
                      <a:noFill/>
                    </a:lnL>
                    <a:lnR>
                      <a:noFill/>
                    </a:lnR>
                    <a:lnT>
                      <a:noFill/>
                    </a:lnT>
                    <a:lnB>
                      <a:noFill/>
                    </a:lnB>
                  </a:tcPr>
                </a:tc>
                <a:extLst>
                  <a:ext uri="{0D108BD9-81ED-4DB2-BD59-A6C34878D82A}">
                    <a16:rowId xmlns:a16="http://schemas.microsoft.com/office/drawing/2014/main" val="2407201383"/>
                  </a:ext>
                </a:extLst>
              </a:tr>
              <a:tr h="228174">
                <a:tc>
                  <a:txBody>
                    <a:bodyPr/>
                    <a:lstStyle/>
                    <a:p>
                      <a:pPr algn="l" fontAlgn="b"/>
                      <a:r>
                        <a:rPr lang="fr-FR" sz="1400" b="0" i="0" u="none" strike="noStrike">
                          <a:solidFill>
                            <a:srgbClr val="000000"/>
                          </a:solidFill>
                          <a:effectLst/>
                          <a:latin typeface="Calibri" panose="020F0502020204030204" pitchFamily="34" charset="0"/>
                        </a:rPr>
                        <a:t>Suraj Gupta</a:t>
                      </a:r>
                    </a:p>
                  </a:txBody>
                  <a:tcPr marL="3586" marR="3586" marT="3586" marB="21515" anchor="b">
                    <a:lnL>
                      <a:noFill/>
                    </a:lnL>
                    <a:lnR>
                      <a:noFill/>
                    </a:lnR>
                    <a:lnT>
                      <a:noFill/>
                    </a:lnT>
                    <a:lnB>
                      <a:noFill/>
                    </a:lnB>
                    <a:solidFill>
                      <a:srgbClr val="DDEBF7"/>
                    </a:solidFill>
                  </a:tcPr>
                </a:tc>
                <a:tc>
                  <a:txBody>
                    <a:bodyPr/>
                    <a:lstStyle/>
                    <a:p>
                      <a:pPr algn="l" fontAlgn="b"/>
                      <a:r>
                        <a:rPr lang="fr-FR" sz="1400" b="0" i="0" u="none" strike="noStrike">
                          <a:solidFill>
                            <a:srgbClr val="000000"/>
                          </a:solidFill>
                          <a:effectLst/>
                          <a:latin typeface="Calibri" panose="020F0502020204030204" pitchFamily="34" charset="0"/>
                        </a:rPr>
                        <a:t>Jozef Stefan Institute</a:t>
                      </a:r>
                    </a:p>
                  </a:txBody>
                  <a:tcPr marL="3586" marR="3586" marT="3586" marB="21515" anchor="b">
                    <a:lnL>
                      <a:noFill/>
                    </a:lnL>
                    <a:lnR>
                      <a:noFill/>
                    </a:lnR>
                    <a:lnT>
                      <a:noFill/>
                    </a:lnT>
                    <a:lnB>
                      <a:noFill/>
                    </a:lnB>
                    <a:solidFill>
                      <a:srgbClr val="DDEBF7"/>
                    </a:solidFill>
                  </a:tcPr>
                </a:tc>
                <a:extLst>
                  <a:ext uri="{0D108BD9-81ED-4DB2-BD59-A6C34878D82A}">
                    <a16:rowId xmlns:a16="http://schemas.microsoft.com/office/drawing/2014/main" val="2064384049"/>
                  </a:ext>
                </a:extLst>
              </a:tr>
              <a:tr h="228174">
                <a:tc>
                  <a:txBody>
                    <a:bodyPr/>
                    <a:lstStyle/>
                    <a:p>
                      <a:pPr algn="l" fontAlgn="b"/>
                      <a:r>
                        <a:rPr lang="fr-FR" sz="1400" b="0" i="0" u="none" strike="noStrike">
                          <a:solidFill>
                            <a:srgbClr val="000000"/>
                          </a:solidFill>
                          <a:effectLst/>
                          <a:latin typeface="Calibri" panose="020F0502020204030204" pitchFamily="34" charset="0"/>
                        </a:rPr>
                        <a:t>Tuncay Yalcinkaya</a:t>
                      </a:r>
                    </a:p>
                  </a:txBody>
                  <a:tcPr marL="3586" marR="3586" marT="3586" marB="21515" anchor="b">
                    <a:lnL>
                      <a:noFill/>
                    </a:lnL>
                    <a:lnR>
                      <a:noFill/>
                    </a:lnR>
                    <a:lnT>
                      <a:noFill/>
                    </a:lnT>
                    <a:lnB>
                      <a:noFill/>
                    </a:lnB>
                  </a:tcPr>
                </a:tc>
                <a:tc>
                  <a:txBody>
                    <a:bodyPr/>
                    <a:lstStyle/>
                    <a:p>
                      <a:pPr algn="l" fontAlgn="b"/>
                      <a:r>
                        <a:rPr lang="fr-FR" sz="1400" b="0" i="0" u="none" strike="noStrike">
                          <a:solidFill>
                            <a:srgbClr val="000000"/>
                          </a:solidFill>
                          <a:effectLst/>
                          <a:latin typeface="Calibri" panose="020F0502020204030204" pitchFamily="34" charset="0"/>
                        </a:rPr>
                        <a:t>Middle East Technical University</a:t>
                      </a:r>
                    </a:p>
                  </a:txBody>
                  <a:tcPr marL="3586" marR="3586" marT="3586" marB="21515" anchor="b">
                    <a:lnL>
                      <a:noFill/>
                    </a:lnL>
                    <a:lnR>
                      <a:noFill/>
                    </a:lnR>
                    <a:lnT>
                      <a:noFill/>
                    </a:lnT>
                    <a:lnB>
                      <a:noFill/>
                    </a:lnB>
                  </a:tcPr>
                </a:tc>
                <a:extLst>
                  <a:ext uri="{0D108BD9-81ED-4DB2-BD59-A6C34878D82A}">
                    <a16:rowId xmlns:a16="http://schemas.microsoft.com/office/drawing/2014/main" val="2147695260"/>
                  </a:ext>
                </a:extLst>
              </a:tr>
              <a:tr h="228174">
                <a:tc>
                  <a:txBody>
                    <a:bodyPr/>
                    <a:lstStyle/>
                    <a:p>
                      <a:pPr algn="l" fontAlgn="b"/>
                      <a:r>
                        <a:rPr lang="fr-FR" sz="1400" b="0" i="0" u="none" strike="noStrike">
                          <a:solidFill>
                            <a:srgbClr val="000000"/>
                          </a:solidFill>
                          <a:effectLst/>
                          <a:latin typeface="Calibri" panose="020F0502020204030204" pitchFamily="34" charset="0"/>
                        </a:rPr>
                        <a:t>David Lacroix</a:t>
                      </a:r>
                    </a:p>
                  </a:txBody>
                  <a:tcPr marL="3586" marR="3586" marT="3586" marB="21515" anchor="b">
                    <a:lnL>
                      <a:noFill/>
                    </a:lnL>
                    <a:lnR>
                      <a:noFill/>
                    </a:lnR>
                    <a:lnT>
                      <a:noFill/>
                    </a:lnT>
                    <a:lnB>
                      <a:noFill/>
                    </a:lnB>
                    <a:solidFill>
                      <a:srgbClr val="DDEBF7"/>
                    </a:solidFill>
                  </a:tcPr>
                </a:tc>
                <a:tc>
                  <a:txBody>
                    <a:bodyPr/>
                    <a:lstStyle/>
                    <a:p>
                      <a:pPr algn="l" fontAlgn="b"/>
                      <a:r>
                        <a:rPr lang="fr-FR" sz="1400" b="0" i="0" u="none" strike="noStrike">
                          <a:solidFill>
                            <a:srgbClr val="000000"/>
                          </a:solidFill>
                          <a:effectLst/>
                          <a:latin typeface="Calibri" panose="020F0502020204030204" pitchFamily="34" charset="0"/>
                        </a:rPr>
                        <a:t>Université de Lorraine </a:t>
                      </a:r>
                    </a:p>
                  </a:txBody>
                  <a:tcPr marL="3586" marR="3586" marT="3586" marB="21515" anchor="b">
                    <a:lnL>
                      <a:noFill/>
                    </a:lnL>
                    <a:lnR>
                      <a:noFill/>
                    </a:lnR>
                    <a:lnT>
                      <a:noFill/>
                    </a:lnT>
                    <a:lnB>
                      <a:noFill/>
                    </a:lnB>
                    <a:solidFill>
                      <a:srgbClr val="DDEBF7"/>
                    </a:solidFill>
                  </a:tcPr>
                </a:tc>
                <a:extLst>
                  <a:ext uri="{0D108BD9-81ED-4DB2-BD59-A6C34878D82A}">
                    <a16:rowId xmlns:a16="http://schemas.microsoft.com/office/drawing/2014/main" val="1137132355"/>
                  </a:ext>
                </a:extLst>
              </a:tr>
              <a:tr h="311914">
                <a:tc>
                  <a:txBody>
                    <a:bodyPr/>
                    <a:lstStyle/>
                    <a:p>
                      <a:pPr algn="l" fontAlgn="b"/>
                      <a:r>
                        <a:rPr lang="fr-FR" sz="1400" b="0" i="0" u="none" strike="noStrike" dirty="0">
                          <a:solidFill>
                            <a:srgbClr val="FFC000"/>
                          </a:solidFill>
                          <a:effectLst>
                            <a:outerShdw blurRad="38100" dist="38100" dir="2700000" algn="tl">
                              <a:srgbClr val="000000">
                                <a:alpha val="43137"/>
                              </a:srgbClr>
                            </a:outerShdw>
                          </a:effectLst>
                          <a:latin typeface="Calibri" panose="020F0502020204030204" pitchFamily="34" charset="0"/>
                        </a:rPr>
                        <a:t>Theodora Kyratsi</a:t>
                      </a:r>
                    </a:p>
                  </a:txBody>
                  <a:tcPr marL="3586" marR="3586" marT="3586" marB="21515" anchor="b">
                    <a:lnL>
                      <a:noFill/>
                    </a:lnL>
                    <a:lnR>
                      <a:noFill/>
                    </a:lnR>
                    <a:lnT>
                      <a:noFill/>
                    </a:lnT>
                    <a:lnB>
                      <a:noFill/>
                    </a:lnB>
                  </a:tcPr>
                </a:tc>
                <a:tc>
                  <a:txBody>
                    <a:bodyPr/>
                    <a:lstStyle/>
                    <a:p>
                      <a:pPr algn="l" fontAlgn="b"/>
                      <a:r>
                        <a:rPr lang="fr-FR" sz="1400" b="0" i="0" u="none" strike="noStrike" dirty="0" err="1">
                          <a:solidFill>
                            <a:srgbClr val="000000"/>
                          </a:solidFill>
                          <a:effectLst/>
                          <a:latin typeface="Calibri" panose="020F0502020204030204" pitchFamily="34" charset="0"/>
                        </a:rPr>
                        <a:t>University</a:t>
                      </a:r>
                      <a:r>
                        <a:rPr lang="fr-FR" sz="1400" b="0" i="0" u="none" strike="noStrike" dirty="0">
                          <a:solidFill>
                            <a:srgbClr val="000000"/>
                          </a:solidFill>
                          <a:effectLst/>
                          <a:latin typeface="Calibri" panose="020F0502020204030204" pitchFamily="34" charset="0"/>
                        </a:rPr>
                        <a:t> of </a:t>
                      </a:r>
                      <a:r>
                        <a:rPr lang="fr-FR" sz="1400" b="0" i="0" u="none" strike="noStrike" dirty="0" err="1">
                          <a:solidFill>
                            <a:srgbClr val="000000"/>
                          </a:solidFill>
                          <a:effectLst/>
                          <a:latin typeface="Calibri" panose="020F0502020204030204" pitchFamily="34" charset="0"/>
                        </a:rPr>
                        <a:t>Cyprus</a:t>
                      </a:r>
                      <a:endParaRPr lang="fr-FR" sz="1400" b="0" i="0" u="none" strike="noStrike" dirty="0">
                        <a:solidFill>
                          <a:srgbClr val="000000"/>
                        </a:solidFill>
                        <a:effectLst/>
                        <a:latin typeface="Calibri" panose="020F0502020204030204" pitchFamily="34" charset="0"/>
                      </a:endParaRPr>
                    </a:p>
                  </a:txBody>
                  <a:tcPr marL="3586" marR="3586" marT="3586" marB="21515" anchor="b">
                    <a:lnL>
                      <a:noFill/>
                    </a:lnL>
                    <a:lnR>
                      <a:noFill/>
                    </a:lnR>
                    <a:lnT>
                      <a:noFill/>
                    </a:lnT>
                    <a:lnB>
                      <a:noFill/>
                    </a:lnB>
                  </a:tcPr>
                </a:tc>
                <a:extLst>
                  <a:ext uri="{0D108BD9-81ED-4DB2-BD59-A6C34878D82A}">
                    <a16:rowId xmlns:a16="http://schemas.microsoft.com/office/drawing/2014/main" val="2120529278"/>
                  </a:ext>
                </a:extLst>
              </a:tr>
              <a:tr h="279027">
                <a:tc>
                  <a:txBody>
                    <a:bodyPr/>
                    <a:lstStyle/>
                    <a:p>
                      <a:pPr algn="l" fontAlgn="b"/>
                      <a:r>
                        <a:rPr lang="fr-FR" sz="1400" b="0" i="0" u="none" strike="noStrike">
                          <a:solidFill>
                            <a:srgbClr val="000000"/>
                          </a:solidFill>
                          <a:effectLst/>
                          <a:latin typeface="Calibri" panose="020F0502020204030204" pitchFamily="34" charset="0"/>
                        </a:rPr>
                        <a:t>Sandra Rabaça</a:t>
                      </a:r>
                    </a:p>
                  </a:txBody>
                  <a:tcPr marL="3586" marR="3586" marT="3586" marB="21515" anchor="b">
                    <a:lnL>
                      <a:noFill/>
                    </a:lnL>
                    <a:lnR>
                      <a:noFill/>
                    </a:lnR>
                    <a:lnT>
                      <a:noFill/>
                    </a:lnT>
                    <a:lnB>
                      <a:noFill/>
                    </a:lnB>
                    <a:solidFill>
                      <a:srgbClr val="DDEBF7"/>
                    </a:solidFill>
                  </a:tcPr>
                </a:tc>
                <a:tc>
                  <a:txBody>
                    <a:bodyPr/>
                    <a:lstStyle/>
                    <a:p>
                      <a:pPr algn="l" fontAlgn="b"/>
                      <a:r>
                        <a:rPr lang="pt-BR" sz="1400" b="0" i="0" u="none" strike="noStrike">
                          <a:solidFill>
                            <a:srgbClr val="000000"/>
                          </a:solidFill>
                          <a:effectLst/>
                          <a:latin typeface="Calibri" panose="020F0502020204030204" pitchFamily="34" charset="0"/>
                        </a:rPr>
                        <a:t>Instituto Superior Tecnico, Universidade de Lisboa</a:t>
                      </a:r>
                    </a:p>
                  </a:txBody>
                  <a:tcPr marL="3586" marR="3586" marT="3586" marB="21515" anchor="b">
                    <a:lnL>
                      <a:noFill/>
                    </a:lnL>
                    <a:lnR>
                      <a:noFill/>
                    </a:lnR>
                    <a:lnT>
                      <a:noFill/>
                    </a:lnT>
                    <a:lnB>
                      <a:noFill/>
                    </a:lnB>
                    <a:solidFill>
                      <a:srgbClr val="DDEBF7"/>
                    </a:solidFill>
                  </a:tcPr>
                </a:tc>
                <a:extLst>
                  <a:ext uri="{0D108BD9-81ED-4DB2-BD59-A6C34878D82A}">
                    <a16:rowId xmlns:a16="http://schemas.microsoft.com/office/drawing/2014/main" val="2851940651"/>
                  </a:ext>
                </a:extLst>
              </a:tr>
              <a:tr h="228174">
                <a:tc>
                  <a:txBody>
                    <a:bodyPr/>
                    <a:lstStyle/>
                    <a:p>
                      <a:pPr algn="l" fontAlgn="b"/>
                      <a:r>
                        <a:rPr lang="fr-FR" sz="1400" b="0" i="0" u="none" strike="noStrike">
                          <a:solidFill>
                            <a:srgbClr val="000000"/>
                          </a:solidFill>
                          <a:effectLst/>
                          <a:latin typeface="Calibri" panose="020F0502020204030204" pitchFamily="34" charset="0"/>
                        </a:rPr>
                        <a:t>Jafar Iqbal Khan</a:t>
                      </a:r>
                    </a:p>
                  </a:txBody>
                  <a:tcPr marL="3586" marR="3586" marT="3586" marB="21515" anchor="b">
                    <a:lnL>
                      <a:noFill/>
                    </a:lnL>
                    <a:lnR>
                      <a:noFill/>
                    </a:lnR>
                    <a:lnT>
                      <a:noFill/>
                    </a:lnT>
                    <a:lnB>
                      <a:noFill/>
                    </a:lnB>
                  </a:tcPr>
                </a:tc>
                <a:tc>
                  <a:txBody>
                    <a:bodyPr/>
                    <a:lstStyle/>
                    <a:p>
                      <a:pPr algn="l" fontAlgn="b"/>
                      <a:r>
                        <a:rPr lang="fr-FR" sz="1400" b="0" i="0" u="none" strike="noStrike">
                          <a:solidFill>
                            <a:srgbClr val="000000"/>
                          </a:solidFill>
                          <a:effectLst/>
                          <a:latin typeface="Calibri" panose="020F0502020204030204" pitchFamily="34" charset="0"/>
                        </a:rPr>
                        <a:t>University of Hull</a:t>
                      </a:r>
                    </a:p>
                  </a:txBody>
                  <a:tcPr marL="3586" marR="3586" marT="3586" marB="21515" anchor="b">
                    <a:lnL>
                      <a:noFill/>
                    </a:lnL>
                    <a:lnR>
                      <a:noFill/>
                    </a:lnR>
                    <a:lnT>
                      <a:noFill/>
                    </a:lnT>
                    <a:lnB>
                      <a:noFill/>
                    </a:lnB>
                  </a:tcPr>
                </a:tc>
                <a:extLst>
                  <a:ext uri="{0D108BD9-81ED-4DB2-BD59-A6C34878D82A}">
                    <a16:rowId xmlns:a16="http://schemas.microsoft.com/office/drawing/2014/main" val="1180436835"/>
                  </a:ext>
                </a:extLst>
              </a:tr>
              <a:tr h="304405">
                <a:tc>
                  <a:txBody>
                    <a:bodyPr/>
                    <a:lstStyle/>
                    <a:p>
                      <a:pPr algn="l" fontAlgn="b"/>
                      <a:r>
                        <a:rPr lang="fr-FR" sz="1400" b="0" i="0" u="none" strike="noStrike" dirty="0" err="1">
                          <a:solidFill>
                            <a:srgbClr val="000000"/>
                          </a:solidFill>
                          <a:effectLst/>
                          <a:latin typeface="Calibri" panose="020F0502020204030204" pitchFamily="34" charset="0"/>
                        </a:rPr>
                        <a:t>Awni</a:t>
                      </a:r>
                      <a:r>
                        <a:rPr lang="fr-FR" sz="1400" b="0" i="0" u="none" strike="noStrike" dirty="0">
                          <a:solidFill>
                            <a:srgbClr val="000000"/>
                          </a:solidFill>
                          <a:effectLst/>
                          <a:latin typeface="Calibri" panose="020F0502020204030204" pitchFamily="34" charset="0"/>
                        </a:rPr>
                        <a:t> Hasan Farah </a:t>
                      </a:r>
                      <a:r>
                        <a:rPr lang="fr-FR" sz="1400" b="0" i="0" u="none" strike="noStrike" dirty="0" err="1">
                          <a:solidFill>
                            <a:srgbClr val="000000"/>
                          </a:solidFill>
                          <a:effectLst/>
                          <a:latin typeface="Calibri" panose="020F0502020204030204" pitchFamily="34" charset="0"/>
                        </a:rPr>
                        <a:t>Alkhazaleh</a:t>
                      </a:r>
                      <a:r>
                        <a:rPr lang="fr-FR" sz="1400" b="0" i="0" u="none" strike="noStrike" dirty="0">
                          <a:solidFill>
                            <a:srgbClr val="000000"/>
                          </a:solidFill>
                          <a:effectLst/>
                          <a:latin typeface="Calibri" panose="020F0502020204030204" pitchFamily="34" charset="0"/>
                        </a:rPr>
                        <a:t> </a:t>
                      </a:r>
                    </a:p>
                  </a:txBody>
                  <a:tcPr marL="3586" marR="3586" marT="3586" marB="21515" anchor="b">
                    <a:lnL>
                      <a:noFill/>
                    </a:lnL>
                    <a:lnR>
                      <a:noFill/>
                    </a:lnR>
                    <a:lnT>
                      <a:noFill/>
                    </a:lnT>
                    <a:lnB>
                      <a:noFill/>
                    </a:lnB>
                    <a:solidFill>
                      <a:srgbClr val="DDEBF7"/>
                    </a:solidFill>
                  </a:tcPr>
                </a:tc>
                <a:tc>
                  <a:txBody>
                    <a:bodyPr/>
                    <a:lstStyle/>
                    <a:p>
                      <a:pPr algn="l" fontAlgn="b"/>
                      <a:r>
                        <a:rPr lang="en-US" sz="1400" b="0" i="0" u="none" strike="noStrike" dirty="0">
                          <a:solidFill>
                            <a:srgbClr val="000000"/>
                          </a:solidFill>
                          <a:effectLst/>
                          <a:latin typeface="Calibri" panose="020F0502020204030204" pitchFamily="34" charset="0"/>
                        </a:rPr>
                        <a:t>Al-Balqa Applied University / Prince Hussein bin Abdullah II Academy of Civil Protection</a:t>
                      </a:r>
                    </a:p>
                  </a:txBody>
                  <a:tcPr marL="3586" marR="3586" marT="3586" marB="21515" anchor="b">
                    <a:lnL>
                      <a:noFill/>
                    </a:lnL>
                    <a:lnR>
                      <a:noFill/>
                    </a:lnR>
                    <a:lnT>
                      <a:noFill/>
                    </a:lnT>
                    <a:lnB>
                      <a:noFill/>
                    </a:lnB>
                    <a:solidFill>
                      <a:srgbClr val="DDEBF7"/>
                    </a:solidFill>
                  </a:tcPr>
                </a:tc>
                <a:extLst>
                  <a:ext uri="{0D108BD9-81ED-4DB2-BD59-A6C34878D82A}">
                    <a16:rowId xmlns:a16="http://schemas.microsoft.com/office/drawing/2014/main" val="2978229959"/>
                  </a:ext>
                </a:extLst>
              </a:tr>
              <a:tr h="234899">
                <a:tc>
                  <a:txBody>
                    <a:bodyPr/>
                    <a:lstStyle/>
                    <a:p>
                      <a:pPr algn="l" fontAlgn="b"/>
                      <a:r>
                        <a:rPr lang="fr-FR" sz="1400" b="0" i="0" u="none" strike="noStrike">
                          <a:solidFill>
                            <a:srgbClr val="000000"/>
                          </a:solidFill>
                          <a:effectLst/>
                          <a:latin typeface="Calibri" panose="020F0502020204030204" pitchFamily="34" charset="0"/>
                        </a:rPr>
                        <a:t>David Culliton</a:t>
                      </a:r>
                    </a:p>
                  </a:txBody>
                  <a:tcPr marL="3586" marR="3586" marT="3586" marB="21515" anchor="b">
                    <a:lnL>
                      <a:noFill/>
                    </a:lnL>
                    <a:lnR>
                      <a:noFill/>
                    </a:lnR>
                    <a:lnT>
                      <a:noFill/>
                    </a:lnT>
                    <a:lnB>
                      <a:noFill/>
                    </a:lnB>
                  </a:tcPr>
                </a:tc>
                <a:tc>
                  <a:txBody>
                    <a:bodyPr/>
                    <a:lstStyle/>
                    <a:p>
                      <a:pPr algn="l" fontAlgn="b"/>
                      <a:r>
                        <a:rPr lang="fr-FR" sz="1400" b="0" i="0" u="none" strike="noStrike">
                          <a:solidFill>
                            <a:srgbClr val="000000"/>
                          </a:solidFill>
                          <a:effectLst/>
                          <a:latin typeface="Calibri" panose="020F0502020204030204" pitchFamily="34" charset="0"/>
                        </a:rPr>
                        <a:t>SETU Carlow</a:t>
                      </a:r>
                    </a:p>
                  </a:txBody>
                  <a:tcPr marL="3586" marR="3586" marT="3586" marB="21515" anchor="b">
                    <a:lnL>
                      <a:noFill/>
                    </a:lnL>
                    <a:lnR>
                      <a:noFill/>
                    </a:lnR>
                    <a:lnT>
                      <a:noFill/>
                    </a:lnT>
                    <a:lnB>
                      <a:noFill/>
                    </a:lnB>
                  </a:tcPr>
                </a:tc>
                <a:extLst>
                  <a:ext uri="{0D108BD9-81ED-4DB2-BD59-A6C34878D82A}">
                    <a16:rowId xmlns:a16="http://schemas.microsoft.com/office/drawing/2014/main" val="1763829357"/>
                  </a:ext>
                </a:extLst>
              </a:tr>
              <a:tr h="414279">
                <a:tc>
                  <a:txBody>
                    <a:bodyPr/>
                    <a:lstStyle/>
                    <a:p>
                      <a:pPr algn="l" fontAlgn="b"/>
                      <a:r>
                        <a:rPr lang="fr-FR" sz="1400" b="0" i="0" u="none" strike="noStrike" dirty="0">
                          <a:solidFill>
                            <a:srgbClr val="000000"/>
                          </a:solidFill>
                          <a:effectLst/>
                          <a:latin typeface="Calibri" panose="020F0502020204030204" pitchFamily="34" charset="0"/>
                        </a:rPr>
                        <a:t>Alberto Otero de la </a:t>
                      </a:r>
                      <a:r>
                        <a:rPr lang="fr-FR" sz="1400" b="0" i="0" u="none" strike="noStrike" dirty="0" err="1">
                          <a:solidFill>
                            <a:srgbClr val="000000"/>
                          </a:solidFill>
                          <a:effectLst/>
                          <a:latin typeface="Calibri" panose="020F0502020204030204" pitchFamily="34" charset="0"/>
                        </a:rPr>
                        <a:t>Roza</a:t>
                      </a:r>
                      <a:endParaRPr lang="fr-FR" sz="1400" b="0" i="0" u="none" strike="noStrike" dirty="0">
                        <a:solidFill>
                          <a:srgbClr val="000000"/>
                        </a:solidFill>
                        <a:effectLst/>
                        <a:latin typeface="Calibri" panose="020F0502020204030204" pitchFamily="34" charset="0"/>
                      </a:endParaRPr>
                    </a:p>
                  </a:txBody>
                  <a:tcPr marL="3586" marR="3586" marT="3586" marB="21515" anchor="b">
                    <a:lnL>
                      <a:noFill/>
                    </a:lnL>
                    <a:lnR>
                      <a:noFill/>
                    </a:lnR>
                    <a:lnT>
                      <a:noFill/>
                    </a:lnT>
                    <a:lnB>
                      <a:noFill/>
                    </a:lnB>
                    <a:solidFill>
                      <a:srgbClr val="DDEBF7"/>
                    </a:solidFill>
                  </a:tcPr>
                </a:tc>
                <a:tc>
                  <a:txBody>
                    <a:bodyPr/>
                    <a:lstStyle/>
                    <a:p>
                      <a:pPr algn="l" fontAlgn="b"/>
                      <a:r>
                        <a:rPr lang="fr-FR" sz="1400" b="0" i="0" u="none" strike="noStrike" dirty="0" err="1">
                          <a:solidFill>
                            <a:srgbClr val="000000"/>
                          </a:solidFill>
                          <a:effectLst/>
                          <a:latin typeface="Calibri" panose="020F0502020204030204" pitchFamily="34" charset="0"/>
                        </a:rPr>
                        <a:t>University</a:t>
                      </a:r>
                      <a:r>
                        <a:rPr lang="fr-FR" sz="1400" b="0" i="0" u="none" strike="noStrike" dirty="0">
                          <a:solidFill>
                            <a:srgbClr val="000000"/>
                          </a:solidFill>
                          <a:effectLst/>
                          <a:latin typeface="Calibri" panose="020F0502020204030204" pitchFamily="34" charset="0"/>
                        </a:rPr>
                        <a:t> of Oviedo</a:t>
                      </a:r>
                    </a:p>
                  </a:txBody>
                  <a:tcPr marL="3586" marR="3586" marT="3586" marB="21515" anchor="b">
                    <a:lnL>
                      <a:noFill/>
                    </a:lnL>
                    <a:lnR>
                      <a:noFill/>
                    </a:lnR>
                    <a:lnT>
                      <a:noFill/>
                    </a:lnT>
                    <a:lnB>
                      <a:noFill/>
                    </a:lnB>
                    <a:solidFill>
                      <a:srgbClr val="DDEBF7"/>
                    </a:solidFill>
                  </a:tcPr>
                </a:tc>
                <a:extLst>
                  <a:ext uri="{0D108BD9-81ED-4DB2-BD59-A6C34878D82A}">
                    <a16:rowId xmlns:a16="http://schemas.microsoft.com/office/drawing/2014/main" val="2006376139"/>
                  </a:ext>
                </a:extLst>
              </a:tr>
              <a:tr h="392782">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fr-FR" sz="1400" b="0" i="0" u="none" strike="noStrike" dirty="0">
                          <a:solidFill>
                            <a:srgbClr val="FFC000"/>
                          </a:solidFill>
                          <a:effectLst>
                            <a:outerShdw blurRad="38100" dist="38100" dir="2700000" algn="tl">
                              <a:srgbClr val="000000">
                                <a:alpha val="43137"/>
                              </a:srgbClr>
                            </a:outerShdw>
                          </a:effectLst>
                          <a:latin typeface="Calibri" panose="020F0502020204030204" pitchFamily="34" charset="0"/>
                        </a:rPr>
                        <a:t>Saco Nakamae</a:t>
                      </a:r>
                    </a:p>
                  </a:txBody>
                  <a:tcPr marL="3586" marR="3586" marT="3586" marB="21515" anchor="b">
                    <a:lnL>
                      <a:noFill/>
                    </a:lnL>
                    <a:lnR>
                      <a:noFill/>
                    </a:lnR>
                    <a:lnT>
                      <a:noFill/>
                    </a:lnT>
                    <a:lnB>
                      <a:noFill/>
                    </a:lnB>
                    <a:solidFill>
                      <a:schemeClr val="bg1"/>
                    </a:solidFill>
                  </a:tcPr>
                </a:tc>
                <a:tc>
                  <a:txBody>
                    <a:bodyPr/>
                    <a:lstStyle/>
                    <a:p>
                      <a:pPr algn="l" fontAlgn="b"/>
                      <a:r>
                        <a:rPr lang="fr-FR" sz="1400" b="0" i="0" u="none" strike="noStrike" dirty="0">
                          <a:solidFill>
                            <a:srgbClr val="000000"/>
                          </a:solidFill>
                          <a:effectLst/>
                          <a:latin typeface="Calibri" panose="020F0502020204030204" pitchFamily="34" charset="0"/>
                        </a:rPr>
                        <a:t>CEA</a:t>
                      </a:r>
                    </a:p>
                  </a:txBody>
                  <a:tcPr marL="3586" marR="3586" marT="3586" marB="21515" anchor="b">
                    <a:lnL>
                      <a:noFill/>
                    </a:lnL>
                    <a:lnR>
                      <a:noFill/>
                    </a:lnR>
                    <a:lnT>
                      <a:noFill/>
                    </a:lnT>
                    <a:lnB>
                      <a:noFill/>
                    </a:lnB>
                    <a:solidFill>
                      <a:schemeClr val="bg1"/>
                    </a:solidFill>
                  </a:tcPr>
                </a:tc>
                <a:extLst>
                  <a:ext uri="{0D108BD9-81ED-4DB2-BD59-A6C34878D82A}">
                    <a16:rowId xmlns:a16="http://schemas.microsoft.com/office/drawing/2014/main" val="612371554"/>
                  </a:ext>
                </a:extLst>
              </a:tr>
            </a:tbl>
          </a:graphicData>
        </a:graphic>
      </p:graphicFrame>
      <p:pic>
        <p:nvPicPr>
          <p:cNvPr id="9" name="Image 8">
            <a:extLst>
              <a:ext uri="{FF2B5EF4-FFF2-40B4-BE49-F238E27FC236}">
                <a16:creationId xmlns:a16="http://schemas.microsoft.com/office/drawing/2014/main" id="{FC130544-DED8-42FE-BE29-9AA04D57F3BD}"/>
              </a:ext>
            </a:extLst>
          </p:cNvPr>
          <p:cNvPicPr>
            <a:picLocks noChangeAspect="1"/>
          </p:cNvPicPr>
          <p:nvPr/>
        </p:nvPicPr>
        <p:blipFill>
          <a:blip r:embed="rId4"/>
          <a:stretch>
            <a:fillRect/>
          </a:stretch>
        </p:blipFill>
        <p:spPr>
          <a:xfrm>
            <a:off x="9017708" y="2301903"/>
            <a:ext cx="2954269" cy="2584984"/>
          </a:xfrm>
          <a:prstGeom prst="rect">
            <a:avLst/>
          </a:prstGeom>
        </p:spPr>
      </p:pic>
      <p:pic>
        <p:nvPicPr>
          <p:cNvPr id="11" name="Image 10">
            <a:extLst>
              <a:ext uri="{FF2B5EF4-FFF2-40B4-BE49-F238E27FC236}">
                <a16:creationId xmlns:a16="http://schemas.microsoft.com/office/drawing/2014/main" id="{79036FCC-60C7-4945-8C27-48A344BC6E2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352215"/>
            <a:ext cx="1794856" cy="1211529"/>
          </a:xfrm>
          <a:prstGeom prst="rect">
            <a:avLst/>
          </a:prstGeom>
        </p:spPr>
      </p:pic>
    </p:spTree>
    <p:extLst>
      <p:ext uri="{BB962C8B-B14F-4D97-AF65-F5344CB8AC3E}">
        <p14:creationId xmlns:p14="http://schemas.microsoft.com/office/powerpoint/2010/main" val="40133911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a:extLst>
              <a:ext uri="{FF2B5EF4-FFF2-40B4-BE49-F238E27FC236}">
                <a16:creationId xmlns:a16="http://schemas.microsoft.com/office/drawing/2014/main" id="{432416A3-39EF-4CBE-943D-C79C22FDDC46}"/>
              </a:ext>
            </a:extLst>
          </p:cNvPr>
          <p:cNvSpPr>
            <a:spLocks noGrp="1"/>
          </p:cNvSpPr>
          <p:nvPr>
            <p:ph type="title"/>
          </p:nvPr>
        </p:nvSpPr>
        <p:spPr>
          <a:xfrm>
            <a:off x="838200" y="649956"/>
            <a:ext cx="10515600" cy="726137"/>
          </a:xfrm>
        </p:spPr>
        <p:txBody>
          <a:bodyPr/>
          <a:lstStyle/>
          <a:p>
            <a:r>
              <a:rPr lang="en-US" sz="2800" dirty="0"/>
              <a:t>other Actions</a:t>
            </a:r>
          </a:p>
        </p:txBody>
      </p:sp>
      <p:sp>
        <p:nvSpPr>
          <p:cNvPr id="6" name="Espace réservé du pied de page 5"/>
          <p:cNvSpPr>
            <a:spLocks noGrp="1"/>
          </p:cNvSpPr>
          <p:nvPr>
            <p:ph type="ftr" sz="quarter" idx="11"/>
          </p:nvPr>
        </p:nvSpPr>
        <p:spPr/>
        <p:txBody>
          <a:bodyPr/>
          <a:lstStyle/>
          <a:p>
            <a:r>
              <a:rPr lang="en-US"/>
              <a:t>CA22123 EU-MACE GP3 monthly CG update</a:t>
            </a:r>
            <a:endParaRPr lang="en-US" dirty="0"/>
          </a:p>
        </p:txBody>
      </p:sp>
      <p:sp>
        <p:nvSpPr>
          <p:cNvPr id="7" name="Espace réservé du numéro de diapositive 6"/>
          <p:cNvSpPr>
            <a:spLocks noGrp="1"/>
          </p:cNvSpPr>
          <p:nvPr>
            <p:ph type="sldNum" sz="quarter" idx="12"/>
          </p:nvPr>
        </p:nvSpPr>
        <p:spPr/>
        <p:txBody>
          <a:bodyPr/>
          <a:lstStyle/>
          <a:p>
            <a:fld id="{F91729D4-A164-47A3-830D-E792BCE699E4}" type="slidenum">
              <a:rPr lang="en-US" smtClean="0"/>
              <a:t>13</a:t>
            </a:fld>
            <a:endParaRPr lang="en-US" dirty="0"/>
          </a:p>
        </p:txBody>
      </p:sp>
      <p:sp>
        <p:nvSpPr>
          <p:cNvPr id="8" name="Espace réservé de la date 7"/>
          <p:cNvSpPr>
            <a:spLocks noGrp="1"/>
          </p:cNvSpPr>
          <p:nvPr>
            <p:ph type="dt" sz="half" idx="10"/>
          </p:nvPr>
        </p:nvSpPr>
        <p:spPr/>
        <p:txBody>
          <a:bodyPr/>
          <a:lstStyle/>
          <a:p>
            <a:fld id="{AC11C507-1164-4D44-AA59-0D38B663C38B}" type="datetime1">
              <a:rPr lang="fr-FR" smtClean="0"/>
              <a:t>15/07/2026</a:t>
            </a:fld>
            <a:endParaRPr lang="en-US" dirty="0"/>
          </a:p>
        </p:txBody>
      </p:sp>
      <p:sp>
        <p:nvSpPr>
          <p:cNvPr id="10" name="ZoneTexte 9">
            <a:extLst>
              <a:ext uri="{FF2B5EF4-FFF2-40B4-BE49-F238E27FC236}">
                <a16:creationId xmlns:a16="http://schemas.microsoft.com/office/drawing/2014/main" id="{635AC1D4-27E7-453C-A523-71CF05C4EF1E}"/>
              </a:ext>
            </a:extLst>
          </p:cNvPr>
          <p:cNvSpPr txBox="1"/>
          <p:nvPr/>
        </p:nvSpPr>
        <p:spPr>
          <a:xfrm>
            <a:off x="302698" y="1376093"/>
            <a:ext cx="11363785" cy="5109091"/>
          </a:xfrm>
          <a:prstGeom prst="rect">
            <a:avLst/>
          </a:prstGeom>
          <a:noFill/>
        </p:spPr>
        <p:txBody>
          <a:bodyPr wrap="square" rtlCol="0">
            <a:spAutoFit/>
          </a:bodyPr>
          <a:lstStyle/>
          <a:p>
            <a:endParaRPr lang="fr-FR" sz="2000" u="sng" dirty="0"/>
          </a:p>
          <a:p>
            <a:r>
              <a:rPr lang="fr-FR" sz="2000" u="sng" dirty="0" err="1"/>
              <a:t>ChainMAP</a:t>
            </a:r>
            <a:endParaRPr lang="fr-FR" sz="2000" dirty="0"/>
          </a:p>
          <a:p>
            <a:pPr marL="285750" indent="-285750">
              <a:buFont typeface="Arial" panose="020B0604020202020204" pitchFamily="34" charset="0"/>
              <a:buChar char="•"/>
            </a:pPr>
            <a:r>
              <a:rPr lang="fr-FR" dirty="0"/>
              <a:t>Expansion to </a:t>
            </a:r>
            <a:r>
              <a:rPr lang="fr-FR" dirty="0" err="1"/>
              <a:t>include</a:t>
            </a:r>
            <a:r>
              <a:rPr lang="fr-FR" dirty="0"/>
              <a:t> Research infrastructures and technologies </a:t>
            </a:r>
            <a:r>
              <a:rPr lang="fr-FR" dirty="0">
                <a:sym typeface="Wingdings" panose="05000000000000000000" pitchFamily="2" charset="2"/>
              </a:rPr>
              <a:t> </a:t>
            </a:r>
            <a:r>
              <a:rPr lang="fr-FR" dirty="0" err="1">
                <a:sym typeface="Wingdings" panose="05000000000000000000" pitchFamily="2" charset="2"/>
              </a:rPr>
              <a:t>started</a:t>
            </a:r>
            <a:r>
              <a:rPr lang="fr-FR" dirty="0">
                <a:sym typeface="Wingdings" panose="05000000000000000000" pitchFamily="2" charset="2"/>
              </a:rPr>
              <a:t> May 2026</a:t>
            </a:r>
            <a:endParaRPr lang="fr-FR" dirty="0"/>
          </a:p>
          <a:p>
            <a:pPr marL="285750" indent="-285750">
              <a:buFont typeface="Arial" panose="020B0604020202020204" pitchFamily="34" charset="0"/>
              <a:buChar char="•"/>
            </a:pPr>
            <a:r>
              <a:rPr lang="fr-FR" dirty="0">
                <a:sym typeface="Wingdings" panose="05000000000000000000" pitchFamily="2" charset="2"/>
              </a:rPr>
              <a:t>M. Wolf (AT), B. Postolnyi (PT), M. Fabrizio (IT), D. Koren (BE), S. Nakamae (FR), </a:t>
            </a:r>
            <a:r>
              <a:rPr lang="fr-FR" b="1" dirty="0">
                <a:sym typeface="Wingdings" panose="05000000000000000000" pitchFamily="2" charset="2"/>
              </a:rPr>
              <a:t>I. </a:t>
            </a:r>
            <a:r>
              <a:rPr lang="fr-FR" b="1" dirty="0" err="1">
                <a:sym typeface="Wingdings" panose="05000000000000000000" pitchFamily="2" charset="2"/>
              </a:rPr>
              <a:t>Galanakis</a:t>
            </a:r>
            <a:r>
              <a:rPr lang="fr-FR" b="1" dirty="0">
                <a:sym typeface="Wingdings" panose="05000000000000000000" pitchFamily="2" charset="2"/>
              </a:rPr>
              <a:t> </a:t>
            </a:r>
            <a:r>
              <a:rPr lang="fr-FR" dirty="0">
                <a:sym typeface="Wingdings" panose="05000000000000000000" pitchFamily="2" charset="2"/>
              </a:rPr>
              <a:t>(GR), </a:t>
            </a:r>
            <a:r>
              <a:rPr lang="fr-FR" b="1" dirty="0">
                <a:sym typeface="Wingdings" panose="05000000000000000000" pitchFamily="2" charset="2"/>
              </a:rPr>
              <a:t>K. Malek </a:t>
            </a:r>
            <a:r>
              <a:rPr lang="fr-FR" dirty="0">
                <a:sym typeface="Wingdings" panose="05000000000000000000" pitchFamily="2" charset="2"/>
              </a:rPr>
              <a:t>(DE)</a:t>
            </a:r>
          </a:p>
          <a:p>
            <a:pPr marL="285750" indent="-285750">
              <a:buFont typeface="Arial" panose="020B0604020202020204" pitchFamily="34" charset="0"/>
              <a:buChar char="•"/>
            </a:pPr>
            <a:r>
              <a:rPr lang="fr-FR" dirty="0">
                <a:sym typeface="Wingdings" panose="05000000000000000000" pitchFamily="2" charset="2"/>
              </a:rPr>
              <a:t>Will </a:t>
            </a:r>
            <a:r>
              <a:rPr lang="fr-FR" dirty="0" err="1">
                <a:sym typeface="Wingdings" panose="05000000000000000000" pitchFamily="2" charset="2"/>
              </a:rPr>
              <a:t>create</a:t>
            </a:r>
            <a:r>
              <a:rPr lang="fr-FR" dirty="0">
                <a:sym typeface="Wingdings" panose="05000000000000000000" pitchFamily="2" charset="2"/>
              </a:rPr>
              <a:t> 3 </a:t>
            </a:r>
            <a:r>
              <a:rPr lang="fr-FR" dirty="0" err="1">
                <a:sym typeface="Wingdings" panose="05000000000000000000" pitchFamily="2" charset="2"/>
              </a:rPr>
              <a:t>separate</a:t>
            </a:r>
            <a:r>
              <a:rPr lang="fr-FR" dirty="0">
                <a:sym typeface="Wingdings" panose="05000000000000000000" pitchFamily="2" charset="2"/>
              </a:rPr>
              <a:t> </a:t>
            </a:r>
            <a:r>
              <a:rPr lang="fr-FR" dirty="0" err="1">
                <a:sym typeface="Wingdings" panose="05000000000000000000" pitchFamily="2" charset="2"/>
              </a:rPr>
              <a:t>database</a:t>
            </a:r>
            <a:r>
              <a:rPr lang="fr-FR" dirty="0">
                <a:sym typeface="Wingdings" panose="05000000000000000000" pitchFamily="2" charset="2"/>
              </a:rPr>
              <a:t> </a:t>
            </a:r>
            <a:r>
              <a:rPr lang="fr-FR" dirty="0" err="1">
                <a:sym typeface="Wingdings" panose="05000000000000000000" pitchFamily="2" charset="2"/>
              </a:rPr>
              <a:t>from</a:t>
            </a:r>
            <a:r>
              <a:rPr lang="fr-FR" dirty="0">
                <a:sym typeface="Wingdings" panose="05000000000000000000" pitchFamily="2" charset="2"/>
              </a:rPr>
              <a:t> ONE unique master-</a:t>
            </a:r>
            <a:r>
              <a:rPr lang="fr-FR" dirty="0" err="1">
                <a:sym typeface="Wingdings" panose="05000000000000000000" pitchFamily="2" charset="2"/>
              </a:rPr>
              <a:t>database</a:t>
            </a:r>
            <a:endParaRPr lang="fr-FR" dirty="0">
              <a:sym typeface="Wingdings" panose="05000000000000000000" pitchFamily="2" charset="2"/>
            </a:endParaRPr>
          </a:p>
          <a:p>
            <a:pPr marL="285750" indent="-285750">
              <a:buFont typeface="Arial" panose="020B0604020202020204" pitchFamily="34" charset="0"/>
              <a:buChar char="•"/>
            </a:pPr>
            <a:r>
              <a:rPr lang="fr-FR" dirty="0">
                <a:sym typeface="Wingdings" panose="05000000000000000000" pitchFamily="2" charset="2"/>
              </a:rPr>
              <a:t>Survey </a:t>
            </a:r>
            <a:r>
              <a:rPr lang="fr-FR" dirty="0" err="1">
                <a:sym typeface="Wingdings" panose="05000000000000000000" pitchFamily="2" charset="2"/>
              </a:rPr>
              <a:t>Form</a:t>
            </a:r>
            <a:r>
              <a:rPr lang="fr-FR" dirty="0">
                <a:sym typeface="Wingdings" panose="05000000000000000000" pitchFamily="2" charset="2"/>
              </a:rPr>
              <a:t> </a:t>
            </a:r>
            <a:r>
              <a:rPr lang="fr-FR" dirty="0" err="1">
                <a:sym typeface="Wingdings" panose="05000000000000000000" pitchFamily="2" charset="2"/>
              </a:rPr>
              <a:t>created</a:t>
            </a:r>
            <a:r>
              <a:rPr lang="fr-FR" dirty="0">
                <a:sym typeface="Wingdings" panose="05000000000000000000" pitchFamily="2" charset="2"/>
              </a:rPr>
              <a:t> (D. Koren &amp; M. Wolf)  </a:t>
            </a:r>
            <a:r>
              <a:rPr lang="fr-FR" dirty="0" err="1">
                <a:sym typeface="Wingdings" panose="05000000000000000000" pitchFamily="2" charset="2"/>
              </a:rPr>
              <a:t>under</a:t>
            </a:r>
            <a:r>
              <a:rPr lang="fr-FR" dirty="0">
                <a:sym typeface="Wingdings" panose="05000000000000000000" pitchFamily="2" charset="2"/>
              </a:rPr>
              <a:t> </a:t>
            </a:r>
            <a:r>
              <a:rPr lang="fr-FR" dirty="0" err="1">
                <a:sym typeface="Wingdings" panose="05000000000000000000" pitchFamily="2" charset="2"/>
              </a:rPr>
              <a:t>review</a:t>
            </a:r>
            <a:r>
              <a:rPr lang="fr-FR" dirty="0">
                <a:sym typeface="Wingdings" panose="05000000000000000000" pitchFamily="2" charset="2"/>
              </a:rPr>
              <a:t> </a:t>
            </a:r>
            <a:r>
              <a:rPr lang="fr-FR" dirty="0" err="1">
                <a:sym typeface="Wingdings" panose="05000000000000000000" pitchFamily="2" charset="2"/>
              </a:rPr>
              <a:t>now</a:t>
            </a:r>
            <a:r>
              <a:rPr lang="fr-FR" dirty="0">
                <a:sym typeface="Wingdings" panose="05000000000000000000" pitchFamily="2" charset="2"/>
              </a:rPr>
              <a:t>  to </a:t>
            </a:r>
            <a:r>
              <a:rPr lang="fr-FR" dirty="0" err="1">
                <a:sym typeface="Wingdings" panose="05000000000000000000" pitchFamily="2" charset="2"/>
              </a:rPr>
              <a:t>be</a:t>
            </a:r>
            <a:r>
              <a:rPr lang="fr-FR" dirty="0">
                <a:sym typeface="Wingdings" panose="05000000000000000000" pitchFamily="2" charset="2"/>
              </a:rPr>
              <a:t> </a:t>
            </a:r>
            <a:r>
              <a:rPr lang="fr-FR" dirty="0" err="1">
                <a:sym typeface="Wingdings" panose="05000000000000000000" pitchFamily="2" charset="2"/>
              </a:rPr>
              <a:t>distributed</a:t>
            </a:r>
            <a:r>
              <a:rPr lang="fr-FR" dirty="0">
                <a:sym typeface="Wingdings" panose="05000000000000000000" pitchFamily="2" charset="2"/>
              </a:rPr>
              <a:t> to all MC &amp; ‘active’ </a:t>
            </a:r>
            <a:r>
              <a:rPr lang="fr-FR" dirty="0" err="1">
                <a:sym typeface="Wingdings" panose="05000000000000000000" pitchFamily="2" charset="2"/>
              </a:rPr>
              <a:t>members</a:t>
            </a:r>
            <a:endParaRPr lang="fr-FR" dirty="0"/>
          </a:p>
          <a:p>
            <a:endParaRPr lang="fr-FR" sz="2000" dirty="0"/>
          </a:p>
          <a:p>
            <a:r>
              <a:rPr lang="fr-FR" sz="2000" u="sng" dirty="0"/>
              <a:t>Inter-COST &amp; Action </a:t>
            </a:r>
            <a:r>
              <a:rPr lang="fr-FR" sz="2000" u="sng" dirty="0" err="1"/>
              <a:t>Sustainability</a:t>
            </a:r>
            <a:r>
              <a:rPr lang="fr-FR" sz="2000" u="sng" dirty="0"/>
              <a:t>: Norbert Babcsan (HR, MC)</a:t>
            </a:r>
            <a:endParaRPr lang="fr-FR" sz="2000" dirty="0"/>
          </a:p>
          <a:p>
            <a:pPr marL="285750" indent="-285750">
              <a:buFont typeface="Arial" panose="020B0604020202020204" pitchFamily="34" charset="0"/>
              <a:buChar char="•"/>
            </a:pPr>
            <a:r>
              <a:rPr lang="fr-FR" dirty="0" err="1"/>
              <a:t>Sign</a:t>
            </a:r>
            <a:r>
              <a:rPr lang="fr-FR" dirty="0"/>
              <a:t> up! </a:t>
            </a:r>
            <a:r>
              <a:rPr lang="fr-FR" b="1" dirty="0">
                <a:sym typeface="Wingdings" panose="05000000000000000000" pitchFamily="2" charset="2"/>
                <a:hlinkClick r:id="rId3"/>
              </a:rPr>
              <a:t>https://forms.office.com/e/3gArV3xVnC</a:t>
            </a:r>
            <a:endParaRPr lang="fr-FR" b="1" dirty="0">
              <a:sym typeface="Wingdings" panose="05000000000000000000" pitchFamily="2" charset="2"/>
            </a:endParaRPr>
          </a:p>
          <a:p>
            <a:pPr marL="285750" indent="-285750">
              <a:buFont typeface="Arial" panose="020B0604020202020204" pitchFamily="34" charset="0"/>
              <a:buChar char="•"/>
            </a:pPr>
            <a:r>
              <a:rPr lang="fr-FR" b="1" dirty="0" err="1">
                <a:sym typeface="Wingdings" panose="05000000000000000000" pitchFamily="2" charset="2"/>
              </a:rPr>
              <a:t>Join</a:t>
            </a:r>
            <a:r>
              <a:rPr lang="fr-FR" b="1" dirty="0">
                <a:sym typeface="Wingdings" panose="05000000000000000000" pitchFamily="2" charset="2"/>
              </a:rPr>
              <a:t> </a:t>
            </a:r>
            <a:r>
              <a:rPr lang="fr-FR" b="1" dirty="0" err="1">
                <a:sym typeface="Wingdings" panose="05000000000000000000" pitchFamily="2" charset="2"/>
              </a:rPr>
              <a:t>EERA’s</a:t>
            </a:r>
            <a:r>
              <a:rPr lang="fr-FR" b="1" dirty="0">
                <a:sym typeface="Wingdings" panose="05000000000000000000" pitchFamily="2" charset="2"/>
              </a:rPr>
              <a:t> AMPEA! (permanent structure for </a:t>
            </a:r>
            <a:r>
              <a:rPr lang="fr-FR" b="1" dirty="0" err="1">
                <a:sym typeface="Wingdings" panose="05000000000000000000" pitchFamily="2" charset="2"/>
              </a:rPr>
              <a:t>preserving</a:t>
            </a:r>
            <a:r>
              <a:rPr lang="fr-FR" b="1" dirty="0">
                <a:sym typeface="Wingdings" panose="05000000000000000000" pitchFamily="2" charset="2"/>
              </a:rPr>
              <a:t> </a:t>
            </a:r>
            <a:r>
              <a:rPr lang="fr-FR" b="1" dirty="0" err="1">
                <a:sym typeface="Wingdings" panose="05000000000000000000" pitchFamily="2" charset="2"/>
              </a:rPr>
              <a:t>our</a:t>
            </a:r>
            <a:r>
              <a:rPr lang="fr-FR" b="1" dirty="0">
                <a:sym typeface="Wingdings" panose="05000000000000000000" pitchFamily="2" charset="2"/>
              </a:rPr>
              <a:t> network)  </a:t>
            </a:r>
            <a:r>
              <a:rPr lang="fr-FR" b="1" dirty="0" err="1">
                <a:sym typeface="Wingdings" panose="05000000000000000000" pitchFamily="2" charset="2"/>
              </a:rPr>
              <a:t>special</a:t>
            </a:r>
            <a:r>
              <a:rPr lang="fr-FR" b="1" dirty="0">
                <a:sym typeface="Wingdings" panose="05000000000000000000" pitchFamily="2" charset="2"/>
              </a:rPr>
              <a:t> session at </a:t>
            </a:r>
            <a:r>
              <a:rPr lang="fr-FR" b="1" dirty="0" err="1">
                <a:sym typeface="Wingdings" panose="05000000000000000000" pitchFamily="2" charset="2"/>
              </a:rPr>
              <a:t>October</a:t>
            </a:r>
            <a:r>
              <a:rPr lang="fr-FR" b="1" dirty="0">
                <a:sym typeface="Wingdings" panose="05000000000000000000" pitchFamily="2" charset="2"/>
              </a:rPr>
              <a:t> meeting</a:t>
            </a:r>
            <a:endParaRPr lang="fr-FR" dirty="0"/>
          </a:p>
          <a:p>
            <a:pPr marL="285750" indent="-285750">
              <a:buFont typeface="Arial" panose="020B0604020202020204" pitchFamily="34" charset="0"/>
              <a:buChar char="•"/>
            </a:pPr>
            <a:r>
              <a:rPr lang="fr-FR" dirty="0"/>
              <a:t>Joint CSA </a:t>
            </a:r>
            <a:r>
              <a:rPr lang="fr-FR" dirty="0" err="1"/>
              <a:t>search</a:t>
            </a:r>
            <a:r>
              <a:rPr lang="fr-FR" dirty="0"/>
              <a:t> </a:t>
            </a:r>
            <a:r>
              <a:rPr lang="fr-FR" dirty="0" err="1"/>
              <a:t>with</a:t>
            </a:r>
            <a:r>
              <a:rPr lang="fr-FR" dirty="0"/>
              <a:t> COST Action DAEMON </a:t>
            </a:r>
            <a:r>
              <a:rPr lang="fr-FR" dirty="0">
                <a:sym typeface="Wingdings" panose="05000000000000000000" pitchFamily="2" charset="2"/>
              </a:rPr>
              <a:t> CSA call for 2027  Questionnaire on ‘patents’</a:t>
            </a:r>
          </a:p>
          <a:p>
            <a:endParaRPr lang="fr-FR" sz="2000" dirty="0"/>
          </a:p>
          <a:p>
            <a:r>
              <a:rPr lang="fr-FR" sz="2000" u="sng" dirty="0"/>
              <a:t>TDM (WG3) white </a:t>
            </a:r>
            <a:r>
              <a:rPr lang="fr-FR" sz="2000" u="sng" dirty="0" err="1"/>
              <a:t>paper</a:t>
            </a:r>
            <a:r>
              <a:rPr lang="fr-FR" sz="2000" u="sng" dirty="0"/>
              <a:t>: </a:t>
            </a:r>
            <a:r>
              <a:rPr lang="fr-FR" sz="2000" u="sng" dirty="0" err="1"/>
              <a:t>Kourosh</a:t>
            </a:r>
            <a:r>
              <a:rPr lang="fr-FR" sz="2000" u="sng" dirty="0"/>
              <a:t> M. &amp; Theodoros K.</a:t>
            </a:r>
            <a:endParaRPr lang="fr-FR" sz="2000" dirty="0"/>
          </a:p>
          <a:p>
            <a:pPr marL="285750" indent="-285750">
              <a:buFont typeface="Arial" panose="020B0604020202020204" pitchFamily="34" charset="0"/>
              <a:buChar char="•"/>
            </a:pPr>
            <a:r>
              <a:rPr lang="fr-FR" dirty="0"/>
              <a:t>Draft modification</a:t>
            </a:r>
          </a:p>
          <a:p>
            <a:pPr marL="742950" lvl="1" indent="-285750">
              <a:buFont typeface="Arial" panose="020B0604020202020204" pitchFamily="34" charset="0"/>
              <a:buChar char="•"/>
            </a:pPr>
            <a:r>
              <a:rPr lang="fr-FR" dirty="0">
                <a:sym typeface="Wingdings" panose="05000000000000000000" pitchFamily="2" charset="2"/>
              </a:rPr>
              <a:t>Introduction (Saco)  </a:t>
            </a:r>
            <a:r>
              <a:rPr lang="fr-FR" dirty="0" err="1">
                <a:sym typeface="Wingdings" panose="05000000000000000000" pitchFamily="2" charset="2"/>
              </a:rPr>
              <a:t>working</a:t>
            </a:r>
            <a:r>
              <a:rPr lang="fr-FR" dirty="0">
                <a:sym typeface="Wingdings" panose="05000000000000000000" pitchFamily="2" charset="2"/>
              </a:rPr>
              <a:t> on </a:t>
            </a:r>
            <a:r>
              <a:rPr lang="fr-FR" dirty="0" err="1">
                <a:sym typeface="Wingdings" panose="05000000000000000000" pitchFamily="2" charset="2"/>
              </a:rPr>
              <a:t>it</a:t>
            </a:r>
            <a:r>
              <a:rPr lang="fr-FR" dirty="0">
                <a:sym typeface="Wingdings" panose="05000000000000000000" pitchFamily="2" charset="2"/>
              </a:rPr>
              <a:t>!!</a:t>
            </a:r>
          </a:p>
          <a:p>
            <a:pPr marL="742950" lvl="1" indent="-285750">
              <a:buFont typeface="Arial" panose="020B0604020202020204" pitchFamily="34" charset="0"/>
              <a:buChar char="•"/>
            </a:pPr>
            <a:r>
              <a:rPr lang="fr-FR" dirty="0">
                <a:sym typeface="Wingdings" panose="05000000000000000000" pitchFamily="2" charset="2"/>
              </a:rPr>
              <a:t>Domain experts to </a:t>
            </a:r>
            <a:r>
              <a:rPr lang="fr-FR" dirty="0" err="1">
                <a:sym typeface="Wingdings" panose="05000000000000000000" pitchFamily="2" charset="2"/>
              </a:rPr>
              <a:t>receive</a:t>
            </a:r>
            <a:r>
              <a:rPr lang="fr-FR" dirty="0">
                <a:sym typeface="Wingdings" panose="05000000000000000000" pitchFamily="2" charset="2"/>
              </a:rPr>
              <a:t> the draft </a:t>
            </a:r>
            <a:r>
              <a:rPr lang="fr-FR" dirty="0" err="1">
                <a:sym typeface="Wingdings" panose="05000000000000000000" pitchFamily="2" charset="2"/>
              </a:rPr>
              <a:t>with</a:t>
            </a:r>
            <a:r>
              <a:rPr lang="fr-FR" dirty="0">
                <a:sym typeface="Wingdings" panose="05000000000000000000" pitchFamily="2" charset="2"/>
              </a:rPr>
              <a:t> instructions </a:t>
            </a:r>
            <a:r>
              <a:rPr lang="fr-FR" dirty="0" err="1">
                <a:sym typeface="Wingdings" panose="05000000000000000000" pitchFamily="2" charset="2"/>
              </a:rPr>
              <a:t>before</a:t>
            </a:r>
            <a:r>
              <a:rPr lang="fr-FR" dirty="0">
                <a:sym typeface="Wingdings" panose="05000000000000000000" pitchFamily="2" charset="2"/>
              </a:rPr>
              <a:t> the end of July</a:t>
            </a:r>
          </a:p>
          <a:p>
            <a:endParaRPr lang="fr-FR" sz="2000" dirty="0"/>
          </a:p>
        </p:txBody>
      </p:sp>
      <p:graphicFrame>
        <p:nvGraphicFramePr>
          <p:cNvPr id="2" name="Tableau 1">
            <a:extLst>
              <a:ext uri="{FF2B5EF4-FFF2-40B4-BE49-F238E27FC236}">
                <a16:creationId xmlns:a16="http://schemas.microsoft.com/office/drawing/2014/main" id="{6756D0FC-4D64-4F74-AE42-8EF5E09AB0B3}"/>
              </a:ext>
            </a:extLst>
          </p:cNvPr>
          <p:cNvGraphicFramePr>
            <a:graphicFrameLocks noGrp="1"/>
          </p:cNvGraphicFramePr>
          <p:nvPr>
            <p:extLst>
              <p:ext uri="{D42A27DB-BD31-4B8C-83A1-F6EECF244321}">
                <p14:modId xmlns:p14="http://schemas.microsoft.com/office/powerpoint/2010/main" val="3744905895"/>
              </p:ext>
            </p:extLst>
          </p:nvPr>
        </p:nvGraphicFramePr>
        <p:xfrm>
          <a:off x="8921743" y="4590367"/>
          <a:ext cx="2667000" cy="891540"/>
        </p:xfrm>
        <a:graphic>
          <a:graphicData uri="http://schemas.openxmlformats.org/drawingml/2006/table">
            <a:tbl>
              <a:tblPr/>
              <a:tblGrid>
                <a:gridCol w="1333500">
                  <a:extLst>
                    <a:ext uri="{9D8B030D-6E8A-4147-A177-3AD203B41FA5}">
                      <a16:colId xmlns:a16="http://schemas.microsoft.com/office/drawing/2014/main" val="2380394697"/>
                    </a:ext>
                  </a:extLst>
                </a:gridCol>
                <a:gridCol w="1333500">
                  <a:extLst>
                    <a:ext uri="{9D8B030D-6E8A-4147-A177-3AD203B41FA5}">
                      <a16:colId xmlns:a16="http://schemas.microsoft.com/office/drawing/2014/main" val="1184328849"/>
                    </a:ext>
                  </a:extLst>
                </a:gridCol>
              </a:tblGrid>
              <a:tr h="190500">
                <a:tc>
                  <a:txBody>
                    <a:bodyPr/>
                    <a:lstStyle/>
                    <a:p>
                      <a:pPr algn="l" fontAlgn="b"/>
                      <a:r>
                        <a:rPr lang="fr-FR" sz="1600" b="0" i="0" u="none" strike="noStrike">
                          <a:solidFill>
                            <a:srgbClr val="000000"/>
                          </a:solidFill>
                          <a:effectLst/>
                          <a:latin typeface="Calibri" panose="020F0502020204030204" pitchFamily="34" charset="0"/>
                        </a:rPr>
                        <a:t>Min Ying</a:t>
                      </a:r>
                    </a:p>
                  </a:txBody>
                  <a:tcPr marL="7620" marR="7620" marT="7620" anchor="b">
                    <a:lnL>
                      <a:noFill/>
                    </a:lnL>
                    <a:lnR>
                      <a:noFill/>
                    </a:lnR>
                    <a:lnT>
                      <a:noFill/>
                    </a:lnT>
                    <a:lnB>
                      <a:noFill/>
                    </a:lnB>
                    <a:solidFill>
                      <a:srgbClr val="DDEBF7"/>
                    </a:solidFill>
                  </a:tcPr>
                </a:tc>
                <a:tc>
                  <a:txBody>
                    <a:bodyPr/>
                    <a:lstStyle/>
                    <a:p>
                      <a:pPr algn="l" fontAlgn="b"/>
                      <a:r>
                        <a:rPr lang="fr-FR" sz="1600" b="0" i="0" u="none" strike="noStrike" dirty="0">
                          <a:solidFill>
                            <a:srgbClr val="000000"/>
                          </a:solidFill>
                          <a:effectLst/>
                          <a:latin typeface="Calibri" panose="020F0502020204030204" pitchFamily="34" charset="0"/>
                        </a:rPr>
                        <a:t>Tsang</a:t>
                      </a:r>
                    </a:p>
                  </a:txBody>
                  <a:tcPr marL="7620" marR="7620" marT="7620" anchor="b">
                    <a:lnL>
                      <a:noFill/>
                    </a:lnL>
                    <a:lnR>
                      <a:noFill/>
                    </a:lnR>
                    <a:lnT>
                      <a:noFill/>
                    </a:lnT>
                    <a:lnB>
                      <a:noFill/>
                    </a:lnB>
                    <a:solidFill>
                      <a:srgbClr val="DDEBF7"/>
                    </a:solidFill>
                  </a:tcPr>
                </a:tc>
                <a:extLst>
                  <a:ext uri="{0D108BD9-81ED-4DB2-BD59-A6C34878D82A}">
                    <a16:rowId xmlns:a16="http://schemas.microsoft.com/office/drawing/2014/main" val="925565307"/>
                  </a:ext>
                </a:extLst>
              </a:tr>
              <a:tr h="190500">
                <a:tc>
                  <a:txBody>
                    <a:bodyPr/>
                    <a:lstStyle/>
                    <a:p>
                      <a:pPr algn="l" fontAlgn="b"/>
                      <a:r>
                        <a:rPr lang="fr-FR" sz="1600" b="0" i="0" u="none" strike="noStrike">
                          <a:solidFill>
                            <a:srgbClr val="000000"/>
                          </a:solidFill>
                          <a:effectLst/>
                          <a:latin typeface="Calibri" panose="020F0502020204030204" pitchFamily="34" charset="0"/>
                        </a:rPr>
                        <a:t>Davide</a:t>
                      </a:r>
                    </a:p>
                  </a:txBody>
                  <a:tcPr marL="7620" marR="7620" marT="7620" anchor="b">
                    <a:lnL>
                      <a:noFill/>
                    </a:lnL>
                    <a:lnR>
                      <a:noFill/>
                    </a:lnR>
                    <a:lnT>
                      <a:noFill/>
                    </a:lnT>
                    <a:lnB>
                      <a:noFill/>
                    </a:lnB>
                  </a:tcPr>
                </a:tc>
                <a:tc>
                  <a:txBody>
                    <a:bodyPr/>
                    <a:lstStyle/>
                    <a:p>
                      <a:pPr algn="l" fontAlgn="b"/>
                      <a:r>
                        <a:rPr lang="fr-FR" sz="1600" b="0" i="0" u="none" strike="noStrike">
                          <a:solidFill>
                            <a:srgbClr val="000000"/>
                          </a:solidFill>
                          <a:effectLst/>
                          <a:latin typeface="Calibri" panose="020F0502020204030204" pitchFamily="34" charset="0"/>
                        </a:rPr>
                        <a:t>Mariotti</a:t>
                      </a:r>
                    </a:p>
                  </a:txBody>
                  <a:tcPr marL="7620" marR="7620" marT="7620" anchor="b">
                    <a:lnL>
                      <a:noFill/>
                    </a:lnL>
                    <a:lnR>
                      <a:noFill/>
                    </a:lnR>
                    <a:lnT>
                      <a:noFill/>
                    </a:lnT>
                    <a:lnB>
                      <a:noFill/>
                    </a:lnB>
                  </a:tcPr>
                </a:tc>
                <a:extLst>
                  <a:ext uri="{0D108BD9-81ED-4DB2-BD59-A6C34878D82A}">
                    <a16:rowId xmlns:a16="http://schemas.microsoft.com/office/drawing/2014/main" val="2225669223"/>
                  </a:ext>
                </a:extLst>
              </a:tr>
              <a:tr h="190500">
                <a:tc>
                  <a:txBody>
                    <a:bodyPr/>
                    <a:lstStyle/>
                    <a:p>
                      <a:pPr algn="l" fontAlgn="b"/>
                      <a:r>
                        <a:rPr lang="fr-FR" sz="1600" b="0" i="0" u="none" strike="noStrike" dirty="0">
                          <a:solidFill>
                            <a:srgbClr val="FF0000"/>
                          </a:solidFill>
                          <a:effectLst/>
                          <a:latin typeface="Calibri" panose="020F0502020204030204" pitchFamily="34" charset="0"/>
                        </a:rPr>
                        <a:t>Norbert</a:t>
                      </a:r>
                    </a:p>
                  </a:txBody>
                  <a:tcPr marL="7620" marR="7620" marT="7620" anchor="b">
                    <a:lnL>
                      <a:noFill/>
                    </a:lnL>
                    <a:lnR>
                      <a:noFill/>
                    </a:lnR>
                    <a:lnT>
                      <a:noFill/>
                    </a:lnT>
                    <a:lnB>
                      <a:noFill/>
                    </a:lnB>
                    <a:solidFill>
                      <a:srgbClr val="DDEBF7"/>
                    </a:solidFill>
                  </a:tcPr>
                </a:tc>
                <a:tc>
                  <a:txBody>
                    <a:bodyPr/>
                    <a:lstStyle/>
                    <a:p>
                      <a:pPr algn="l" fontAlgn="b"/>
                      <a:r>
                        <a:rPr lang="fr-FR" sz="1600" b="0" i="0" u="none" strike="noStrike" dirty="0">
                          <a:solidFill>
                            <a:srgbClr val="FF0000"/>
                          </a:solidFill>
                          <a:effectLst/>
                          <a:latin typeface="Calibri" panose="020F0502020204030204" pitchFamily="34" charset="0"/>
                        </a:rPr>
                        <a:t>Babcsan</a:t>
                      </a:r>
                    </a:p>
                  </a:txBody>
                  <a:tcPr marL="7620" marR="7620" marT="7620" anchor="b">
                    <a:lnL>
                      <a:noFill/>
                    </a:lnL>
                    <a:lnR>
                      <a:noFill/>
                    </a:lnR>
                    <a:lnT>
                      <a:noFill/>
                    </a:lnT>
                    <a:lnB>
                      <a:noFill/>
                    </a:lnB>
                    <a:solidFill>
                      <a:srgbClr val="DDEBF7"/>
                    </a:solidFill>
                  </a:tcPr>
                </a:tc>
                <a:extLst>
                  <a:ext uri="{0D108BD9-81ED-4DB2-BD59-A6C34878D82A}">
                    <a16:rowId xmlns:a16="http://schemas.microsoft.com/office/drawing/2014/main" val="611167284"/>
                  </a:ext>
                </a:extLst>
              </a:tr>
            </a:tbl>
          </a:graphicData>
        </a:graphic>
      </p:graphicFrame>
      <p:pic>
        <p:nvPicPr>
          <p:cNvPr id="9" name="Image 8">
            <a:extLst>
              <a:ext uri="{FF2B5EF4-FFF2-40B4-BE49-F238E27FC236}">
                <a16:creationId xmlns:a16="http://schemas.microsoft.com/office/drawing/2014/main" id="{82441975-5FB9-45DC-888A-80BBFD4E256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352215"/>
            <a:ext cx="1794856" cy="1211529"/>
          </a:xfrm>
          <a:prstGeom prst="rect">
            <a:avLst/>
          </a:prstGeom>
        </p:spPr>
      </p:pic>
    </p:spTree>
    <p:extLst>
      <p:ext uri="{BB962C8B-B14F-4D97-AF65-F5344CB8AC3E}">
        <p14:creationId xmlns:p14="http://schemas.microsoft.com/office/powerpoint/2010/main" val="11342470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a:xfrm>
            <a:off x="1656080" y="3443967"/>
            <a:ext cx="10547089" cy="1224000"/>
          </a:xfrm>
        </p:spPr>
        <p:txBody>
          <a:bodyPr/>
          <a:lstStyle/>
          <a:p>
            <a:r>
              <a:rPr lang="fr-FR" b="1" dirty="0"/>
              <a:t>training </a:t>
            </a:r>
            <a:r>
              <a:rPr lang="fr-FR" b="1" dirty="0" err="1"/>
              <a:t>school</a:t>
            </a:r>
            <a:r>
              <a:rPr lang="fr-FR" b="1" dirty="0"/>
              <a:t> or training modules</a:t>
            </a:r>
            <a:endParaRPr lang="en-US" b="1" dirty="0"/>
          </a:p>
        </p:txBody>
      </p:sp>
      <p:sp>
        <p:nvSpPr>
          <p:cNvPr id="2" name="ZoneTexte 1">
            <a:extLst>
              <a:ext uri="{FF2B5EF4-FFF2-40B4-BE49-F238E27FC236}">
                <a16:creationId xmlns:a16="http://schemas.microsoft.com/office/drawing/2014/main" id="{4263E706-C73B-4A6C-9CB2-5AB5C6B03332}"/>
              </a:ext>
            </a:extLst>
          </p:cNvPr>
          <p:cNvSpPr txBox="1"/>
          <p:nvPr/>
        </p:nvSpPr>
        <p:spPr>
          <a:xfrm>
            <a:off x="3853093" y="4874699"/>
            <a:ext cx="6773457" cy="461665"/>
          </a:xfrm>
          <a:prstGeom prst="rect">
            <a:avLst/>
          </a:prstGeom>
          <a:noFill/>
        </p:spPr>
        <p:txBody>
          <a:bodyPr wrap="none" rtlCol="0">
            <a:spAutoFit/>
          </a:bodyPr>
          <a:lstStyle/>
          <a:p>
            <a:r>
              <a:rPr lang="fr-FR" sz="2400" b="1" dirty="0">
                <a:sym typeface="Wingdings" panose="05000000000000000000" pitchFamily="2" charset="2"/>
              </a:rPr>
              <a:t>Most effective </a:t>
            </a:r>
            <a:r>
              <a:rPr lang="fr-FR" sz="2400" b="1" dirty="0" err="1">
                <a:sym typeface="Wingdings" panose="05000000000000000000" pitchFamily="2" charset="2"/>
              </a:rPr>
              <a:t>way</a:t>
            </a:r>
            <a:r>
              <a:rPr lang="fr-FR" sz="2400" b="1" dirty="0">
                <a:sym typeface="Wingdings" panose="05000000000000000000" pitchFamily="2" charset="2"/>
              </a:rPr>
              <a:t> of </a:t>
            </a:r>
            <a:r>
              <a:rPr lang="fr-FR" sz="2400" b="1" dirty="0" err="1">
                <a:sym typeface="Wingdings" panose="05000000000000000000" pitchFamily="2" charset="2"/>
              </a:rPr>
              <a:t>imparting</a:t>
            </a:r>
            <a:r>
              <a:rPr lang="fr-FR" sz="2400" b="1" dirty="0">
                <a:sym typeface="Wingdings" panose="05000000000000000000" pitchFamily="2" charset="2"/>
              </a:rPr>
              <a:t> </a:t>
            </a:r>
            <a:r>
              <a:rPr lang="fr-FR" sz="2400" b="1" dirty="0" err="1">
                <a:sym typeface="Wingdings" panose="05000000000000000000" pitchFamily="2" charset="2"/>
              </a:rPr>
              <a:t>useful</a:t>
            </a:r>
            <a:r>
              <a:rPr lang="fr-FR" sz="2400" b="1" dirty="0">
                <a:sym typeface="Wingdings" panose="05000000000000000000" pitchFamily="2" charset="2"/>
              </a:rPr>
              <a:t> </a:t>
            </a:r>
            <a:r>
              <a:rPr lang="fr-FR" sz="2400" b="1" dirty="0" err="1">
                <a:sym typeface="Wingdings" panose="05000000000000000000" pitchFamily="2" charset="2"/>
              </a:rPr>
              <a:t>knowledge</a:t>
            </a:r>
            <a:r>
              <a:rPr lang="fr-FR" sz="2400" b="1" dirty="0">
                <a:sym typeface="Wingdings" panose="05000000000000000000" pitchFamily="2" charset="2"/>
              </a:rPr>
              <a:t> ?</a:t>
            </a:r>
            <a:endParaRPr lang="fr-FR" sz="2400" b="1" dirty="0"/>
          </a:p>
        </p:txBody>
      </p:sp>
    </p:spTree>
    <p:extLst>
      <p:ext uri="{BB962C8B-B14F-4D97-AF65-F5344CB8AC3E}">
        <p14:creationId xmlns:p14="http://schemas.microsoft.com/office/powerpoint/2010/main" val="28112820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a:extLst>
              <a:ext uri="{FF2B5EF4-FFF2-40B4-BE49-F238E27FC236}">
                <a16:creationId xmlns:a16="http://schemas.microsoft.com/office/drawing/2014/main" id="{432416A3-39EF-4CBE-943D-C79C22FDDC46}"/>
              </a:ext>
            </a:extLst>
          </p:cNvPr>
          <p:cNvSpPr>
            <a:spLocks noGrp="1"/>
          </p:cNvSpPr>
          <p:nvPr>
            <p:ph type="title"/>
          </p:nvPr>
        </p:nvSpPr>
        <p:spPr>
          <a:xfrm>
            <a:off x="838200" y="649956"/>
            <a:ext cx="10515600" cy="726137"/>
          </a:xfrm>
        </p:spPr>
        <p:txBody>
          <a:bodyPr/>
          <a:lstStyle/>
          <a:p>
            <a:r>
              <a:rPr lang="en-US" sz="2800" dirty="0"/>
              <a:t>‘</a:t>
            </a:r>
            <a:r>
              <a:rPr lang="en-US" sz="2800" dirty="0" err="1"/>
              <a:t>Traing</a:t>
            </a:r>
            <a:r>
              <a:rPr lang="en-US" sz="2800" dirty="0"/>
              <a:t>’ for GP3</a:t>
            </a:r>
          </a:p>
        </p:txBody>
      </p:sp>
      <p:sp>
        <p:nvSpPr>
          <p:cNvPr id="6" name="Espace réservé du pied de page 5"/>
          <p:cNvSpPr>
            <a:spLocks noGrp="1"/>
          </p:cNvSpPr>
          <p:nvPr>
            <p:ph type="ftr" sz="quarter" idx="11"/>
          </p:nvPr>
        </p:nvSpPr>
        <p:spPr/>
        <p:txBody>
          <a:bodyPr/>
          <a:lstStyle/>
          <a:p>
            <a:r>
              <a:rPr lang="en-US"/>
              <a:t>CA22123 EU-MACE GP3 monthly CG update</a:t>
            </a:r>
            <a:endParaRPr lang="en-US" dirty="0"/>
          </a:p>
        </p:txBody>
      </p:sp>
      <p:sp>
        <p:nvSpPr>
          <p:cNvPr id="7" name="Espace réservé du numéro de diapositive 6"/>
          <p:cNvSpPr>
            <a:spLocks noGrp="1"/>
          </p:cNvSpPr>
          <p:nvPr>
            <p:ph type="sldNum" sz="quarter" idx="12"/>
          </p:nvPr>
        </p:nvSpPr>
        <p:spPr/>
        <p:txBody>
          <a:bodyPr/>
          <a:lstStyle/>
          <a:p>
            <a:fld id="{F91729D4-A164-47A3-830D-E792BCE699E4}" type="slidenum">
              <a:rPr lang="en-US" smtClean="0"/>
              <a:t>15</a:t>
            </a:fld>
            <a:endParaRPr lang="en-US" dirty="0"/>
          </a:p>
        </p:txBody>
      </p:sp>
      <p:sp>
        <p:nvSpPr>
          <p:cNvPr id="8" name="Espace réservé de la date 7"/>
          <p:cNvSpPr>
            <a:spLocks noGrp="1"/>
          </p:cNvSpPr>
          <p:nvPr>
            <p:ph type="dt" sz="half" idx="10"/>
          </p:nvPr>
        </p:nvSpPr>
        <p:spPr/>
        <p:txBody>
          <a:bodyPr/>
          <a:lstStyle/>
          <a:p>
            <a:fld id="{AC11C507-1164-4D44-AA59-0D38B663C38B}" type="datetime1">
              <a:rPr lang="fr-FR" smtClean="0"/>
              <a:t>15/07/2026</a:t>
            </a:fld>
            <a:endParaRPr lang="en-US" dirty="0"/>
          </a:p>
        </p:txBody>
      </p:sp>
      <p:sp>
        <p:nvSpPr>
          <p:cNvPr id="10" name="ZoneTexte 9">
            <a:extLst>
              <a:ext uri="{FF2B5EF4-FFF2-40B4-BE49-F238E27FC236}">
                <a16:creationId xmlns:a16="http://schemas.microsoft.com/office/drawing/2014/main" id="{635AC1D4-27E7-453C-A523-71CF05C4EF1E}"/>
              </a:ext>
            </a:extLst>
          </p:cNvPr>
          <p:cNvSpPr txBox="1"/>
          <p:nvPr/>
        </p:nvSpPr>
        <p:spPr>
          <a:xfrm>
            <a:off x="302698" y="1376093"/>
            <a:ext cx="11363785" cy="5109091"/>
          </a:xfrm>
          <a:prstGeom prst="rect">
            <a:avLst/>
          </a:prstGeom>
          <a:noFill/>
        </p:spPr>
        <p:txBody>
          <a:bodyPr wrap="square" rtlCol="0">
            <a:spAutoFit/>
          </a:bodyPr>
          <a:lstStyle/>
          <a:p>
            <a:endParaRPr lang="fr-FR" sz="2000" u="sng" dirty="0"/>
          </a:p>
          <a:p>
            <a:r>
              <a:rPr lang="fr-FR" sz="2000" u="sng" dirty="0" err="1"/>
              <a:t>ChainMAP</a:t>
            </a:r>
            <a:endParaRPr lang="fr-FR" sz="2000" dirty="0"/>
          </a:p>
          <a:p>
            <a:pPr marL="285750" indent="-285750">
              <a:buFont typeface="Arial" panose="020B0604020202020204" pitchFamily="34" charset="0"/>
              <a:buChar char="•"/>
            </a:pPr>
            <a:r>
              <a:rPr lang="fr-FR" dirty="0"/>
              <a:t>Expansion to </a:t>
            </a:r>
            <a:r>
              <a:rPr lang="fr-FR" dirty="0" err="1"/>
              <a:t>include</a:t>
            </a:r>
            <a:r>
              <a:rPr lang="fr-FR" dirty="0"/>
              <a:t> Research infrastructures and technologies </a:t>
            </a:r>
            <a:r>
              <a:rPr lang="fr-FR" dirty="0">
                <a:sym typeface="Wingdings" panose="05000000000000000000" pitchFamily="2" charset="2"/>
              </a:rPr>
              <a:t> </a:t>
            </a:r>
            <a:r>
              <a:rPr lang="fr-FR" dirty="0" err="1">
                <a:sym typeface="Wingdings" panose="05000000000000000000" pitchFamily="2" charset="2"/>
              </a:rPr>
              <a:t>started</a:t>
            </a:r>
            <a:r>
              <a:rPr lang="fr-FR" dirty="0">
                <a:sym typeface="Wingdings" panose="05000000000000000000" pitchFamily="2" charset="2"/>
              </a:rPr>
              <a:t> May 2026</a:t>
            </a:r>
            <a:endParaRPr lang="fr-FR" dirty="0"/>
          </a:p>
          <a:p>
            <a:pPr marL="285750" indent="-285750">
              <a:buFont typeface="Arial" panose="020B0604020202020204" pitchFamily="34" charset="0"/>
              <a:buChar char="•"/>
            </a:pPr>
            <a:r>
              <a:rPr lang="fr-FR" dirty="0">
                <a:sym typeface="Wingdings" panose="05000000000000000000" pitchFamily="2" charset="2"/>
              </a:rPr>
              <a:t>M. Wolf (AT), B. Postolnyi (PT), M. Fabrizio (IT), D. Koren (BE), S. Nakamae (FR), </a:t>
            </a:r>
            <a:r>
              <a:rPr lang="fr-FR" b="1" dirty="0">
                <a:sym typeface="Wingdings" panose="05000000000000000000" pitchFamily="2" charset="2"/>
              </a:rPr>
              <a:t>I. </a:t>
            </a:r>
            <a:r>
              <a:rPr lang="fr-FR" b="1" dirty="0" err="1">
                <a:sym typeface="Wingdings" panose="05000000000000000000" pitchFamily="2" charset="2"/>
              </a:rPr>
              <a:t>Galanakis</a:t>
            </a:r>
            <a:r>
              <a:rPr lang="fr-FR" b="1" dirty="0">
                <a:sym typeface="Wingdings" panose="05000000000000000000" pitchFamily="2" charset="2"/>
              </a:rPr>
              <a:t> </a:t>
            </a:r>
            <a:r>
              <a:rPr lang="fr-FR" dirty="0">
                <a:sym typeface="Wingdings" panose="05000000000000000000" pitchFamily="2" charset="2"/>
              </a:rPr>
              <a:t>(GR), </a:t>
            </a:r>
            <a:r>
              <a:rPr lang="fr-FR" b="1" dirty="0">
                <a:sym typeface="Wingdings" panose="05000000000000000000" pitchFamily="2" charset="2"/>
              </a:rPr>
              <a:t>K. Malek </a:t>
            </a:r>
            <a:r>
              <a:rPr lang="fr-FR" dirty="0">
                <a:sym typeface="Wingdings" panose="05000000000000000000" pitchFamily="2" charset="2"/>
              </a:rPr>
              <a:t>(DE)</a:t>
            </a:r>
          </a:p>
          <a:p>
            <a:pPr marL="285750" indent="-285750">
              <a:buFont typeface="Arial" panose="020B0604020202020204" pitchFamily="34" charset="0"/>
              <a:buChar char="•"/>
            </a:pPr>
            <a:r>
              <a:rPr lang="fr-FR" dirty="0">
                <a:sym typeface="Wingdings" panose="05000000000000000000" pitchFamily="2" charset="2"/>
              </a:rPr>
              <a:t>Will </a:t>
            </a:r>
            <a:r>
              <a:rPr lang="fr-FR" dirty="0" err="1">
                <a:sym typeface="Wingdings" panose="05000000000000000000" pitchFamily="2" charset="2"/>
              </a:rPr>
              <a:t>create</a:t>
            </a:r>
            <a:r>
              <a:rPr lang="fr-FR" dirty="0">
                <a:sym typeface="Wingdings" panose="05000000000000000000" pitchFamily="2" charset="2"/>
              </a:rPr>
              <a:t> 3 </a:t>
            </a:r>
            <a:r>
              <a:rPr lang="fr-FR" dirty="0" err="1">
                <a:sym typeface="Wingdings" panose="05000000000000000000" pitchFamily="2" charset="2"/>
              </a:rPr>
              <a:t>separate</a:t>
            </a:r>
            <a:r>
              <a:rPr lang="fr-FR" dirty="0">
                <a:sym typeface="Wingdings" panose="05000000000000000000" pitchFamily="2" charset="2"/>
              </a:rPr>
              <a:t> </a:t>
            </a:r>
            <a:r>
              <a:rPr lang="fr-FR" dirty="0" err="1">
                <a:sym typeface="Wingdings" panose="05000000000000000000" pitchFamily="2" charset="2"/>
              </a:rPr>
              <a:t>database</a:t>
            </a:r>
            <a:r>
              <a:rPr lang="fr-FR" dirty="0">
                <a:sym typeface="Wingdings" panose="05000000000000000000" pitchFamily="2" charset="2"/>
              </a:rPr>
              <a:t> </a:t>
            </a:r>
            <a:r>
              <a:rPr lang="fr-FR" dirty="0" err="1">
                <a:sym typeface="Wingdings" panose="05000000000000000000" pitchFamily="2" charset="2"/>
              </a:rPr>
              <a:t>from</a:t>
            </a:r>
            <a:r>
              <a:rPr lang="fr-FR" dirty="0">
                <a:sym typeface="Wingdings" panose="05000000000000000000" pitchFamily="2" charset="2"/>
              </a:rPr>
              <a:t> ONE unique master-</a:t>
            </a:r>
            <a:r>
              <a:rPr lang="fr-FR" dirty="0" err="1">
                <a:sym typeface="Wingdings" panose="05000000000000000000" pitchFamily="2" charset="2"/>
              </a:rPr>
              <a:t>database</a:t>
            </a:r>
            <a:endParaRPr lang="fr-FR" dirty="0">
              <a:sym typeface="Wingdings" panose="05000000000000000000" pitchFamily="2" charset="2"/>
            </a:endParaRPr>
          </a:p>
          <a:p>
            <a:pPr marL="285750" indent="-285750">
              <a:buFont typeface="Arial" panose="020B0604020202020204" pitchFamily="34" charset="0"/>
              <a:buChar char="•"/>
            </a:pPr>
            <a:r>
              <a:rPr lang="fr-FR" dirty="0">
                <a:sym typeface="Wingdings" panose="05000000000000000000" pitchFamily="2" charset="2"/>
              </a:rPr>
              <a:t>Survey </a:t>
            </a:r>
            <a:r>
              <a:rPr lang="fr-FR" dirty="0" err="1">
                <a:sym typeface="Wingdings" panose="05000000000000000000" pitchFamily="2" charset="2"/>
              </a:rPr>
              <a:t>Form</a:t>
            </a:r>
            <a:r>
              <a:rPr lang="fr-FR" dirty="0">
                <a:sym typeface="Wingdings" panose="05000000000000000000" pitchFamily="2" charset="2"/>
              </a:rPr>
              <a:t> </a:t>
            </a:r>
            <a:r>
              <a:rPr lang="fr-FR" dirty="0" err="1">
                <a:sym typeface="Wingdings" panose="05000000000000000000" pitchFamily="2" charset="2"/>
              </a:rPr>
              <a:t>created</a:t>
            </a:r>
            <a:r>
              <a:rPr lang="fr-FR" dirty="0">
                <a:sym typeface="Wingdings" panose="05000000000000000000" pitchFamily="2" charset="2"/>
              </a:rPr>
              <a:t> (D. Koren) &amp; </a:t>
            </a:r>
            <a:r>
              <a:rPr lang="fr-FR" dirty="0" err="1">
                <a:sym typeface="Wingdings" panose="05000000000000000000" pitchFamily="2" charset="2"/>
              </a:rPr>
              <a:t>under</a:t>
            </a:r>
            <a:r>
              <a:rPr lang="fr-FR" dirty="0">
                <a:sym typeface="Wingdings" panose="05000000000000000000" pitchFamily="2" charset="2"/>
              </a:rPr>
              <a:t> </a:t>
            </a:r>
            <a:r>
              <a:rPr lang="fr-FR" dirty="0" err="1">
                <a:sym typeface="Wingdings" panose="05000000000000000000" pitchFamily="2" charset="2"/>
              </a:rPr>
              <a:t>review</a:t>
            </a:r>
            <a:r>
              <a:rPr lang="fr-FR" dirty="0">
                <a:sym typeface="Wingdings" panose="05000000000000000000" pitchFamily="2" charset="2"/>
              </a:rPr>
              <a:t> (M. Wolf</a:t>
            </a:r>
            <a:endParaRPr lang="fr-FR" dirty="0"/>
          </a:p>
          <a:p>
            <a:endParaRPr lang="fr-FR" sz="2000" dirty="0"/>
          </a:p>
          <a:p>
            <a:r>
              <a:rPr lang="fr-FR" sz="2000" u="sng" dirty="0"/>
              <a:t>Inter-COST &amp; Action </a:t>
            </a:r>
            <a:r>
              <a:rPr lang="fr-FR" sz="2000" u="sng" dirty="0" err="1"/>
              <a:t>Sustainability</a:t>
            </a:r>
            <a:r>
              <a:rPr lang="fr-FR" sz="2000" u="sng" dirty="0"/>
              <a:t>: Norbert Babcsan (HR, MC)</a:t>
            </a:r>
            <a:endParaRPr lang="fr-FR" sz="2000" dirty="0"/>
          </a:p>
          <a:p>
            <a:pPr marL="285750" indent="-285750">
              <a:buFont typeface="Arial" panose="020B0604020202020204" pitchFamily="34" charset="0"/>
              <a:buChar char="•"/>
            </a:pPr>
            <a:r>
              <a:rPr lang="fr-FR" dirty="0" err="1"/>
              <a:t>Sign</a:t>
            </a:r>
            <a:r>
              <a:rPr lang="fr-FR" dirty="0"/>
              <a:t> up! </a:t>
            </a:r>
            <a:r>
              <a:rPr lang="fr-FR" b="1" dirty="0">
                <a:sym typeface="Wingdings" panose="05000000000000000000" pitchFamily="2" charset="2"/>
                <a:hlinkClick r:id="rId3"/>
              </a:rPr>
              <a:t>https://forms.office.com/e/3gArV3xVnC</a:t>
            </a:r>
            <a:endParaRPr lang="fr-FR" b="1" dirty="0">
              <a:sym typeface="Wingdings" panose="05000000000000000000" pitchFamily="2" charset="2"/>
            </a:endParaRPr>
          </a:p>
          <a:p>
            <a:pPr marL="285750" indent="-285750">
              <a:buFont typeface="Arial" panose="020B0604020202020204" pitchFamily="34" charset="0"/>
              <a:buChar char="•"/>
            </a:pPr>
            <a:r>
              <a:rPr lang="fr-FR" b="1" dirty="0" err="1">
                <a:sym typeface="Wingdings" panose="05000000000000000000" pitchFamily="2" charset="2"/>
              </a:rPr>
              <a:t>Join</a:t>
            </a:r>
            <a:r>
              <a:rPr lang="fr-FR" b="1" dirty="0">
                <a:sym typeface="Wingdings" panose="05000000000000000000" pitchFamily="2" charset="2"/>
              </a:rPr>
              <a:t> </a:t>
            </a:r>
            <a:r>
              <a:rPr lang="fr-FR" b="1" dirty="0" err="1">
                <a:sym typeface="Wingdings" panose="05000000000000000000" pitchFamily="2" charset="2"/>
              </a:rPr>
              <a:t>EERA’s</a:t>
            </a:r>
            <a:r>
              <a:rPr lang="fr-FR" b="1" dirty="0">
                <a:sym typeface="Wingdings" panose="05000000000000000000" pitchFamily="2" charset="2"/>
              </a:rPr>
              <a:t> AMPEA! (permanent structure for </a:t>
            </a:r>
            <a:r>
              <a:rPr lang="fr-FR" b="1" dirty="0" err="1">
                <a:sym typeface="Wingdings" panose="05000000000000000000" pitchFamily="2" charset="2"/>
              </a:rPr>
              <a:t>preserving</a:t>
            </a:r>
            <a:r>
              <a:rPr lang="fr-FR" b="1" dirty="0">
                <a:sym typeface="Wingdings" panose="05000000000000000000" pitchFamily="2" charset="2"/>
              </a:rPr>
              <a:t> </a:t>
            </a:r>
            <a:r>
              <a:rPr lang="fr-FR" b="1" dirty="0" err="1">
                <a:sym typeface="Wingdings" panose="05000000000000000000" pitchFamily="2" charset="2"/>
              </a:rPr>
              <a:t>our</a:t>
            </a:r>
            <a:r>
              <a:rPr lang="fr-FR" b="1" dirty="0">
                <a:sym typeface="Wingdings" panose="05000000000000000000" pitchFamily="2" charset="2"/>
              </a:rPr>
              <a:t> network)  </a:t>
            </a:r>
            <a:r>
              <a:rPr lang="fr-FR" b="1" dirty="0" err="1">
                <a:sym typeface="Wingdings" panose="05000000000000000000" pitchFamily="2" charset="2"/>
              </a:rPr>
              <a:t>special</a:t>
            </a:r>
            <a:r>
              <a:rPr lang="fr-FR" b="1" dirty="0">
                <a:sym typeface="Wingdings" panose="05000000000000000000" pitchFamily="2" charset="2"/>
              </a:rPr>
              <a:t> session at </a:t>
            </a:r>
            <a:r>
              <a:rPr lang="fr-FR" b="1" dirty="0" err="1">
                <a:sym typeface="Wingdings" panose="05000000000000000000" pitchFamily="2" charset="2"/>
              </a:rPr>
              <a:t>October</a:t>
            </a:r>
            <a:r>
              <a:rPr lang="fr-FR" b="1" dirty="0">
                <a:sym typeface="Wingdings" panose="05000000000000000000" pitchFamily="2" charset="2"/>
              </a:rPr>
              <a:t> meeting</a:t>
            </a:r>
            <a:endParaRPr lang="fr-FR" dirty="0"/>
          </a:p>
          <a:p>
            <a:pPr marL="285750" indent="-285750">
              <a:buFont typeface="Arial" panose="020B0604020202020204" pitchFamily="34" charset="0"/>
              <a:buChar char="•"/>
            </a:pPr>
            <a:r>
              <a:rPr lang="fr-FR" dirty="0"/>
              <a:t>Joint CSA </a:t>
            </a:r>
            <a:r>
              <a:rPr lang="fr-FR" dirty="0" err="1"/>
              <a:t>search</a:t>
            </a:r>
            <a:r>
              <a:rPr lang="fr-FR" dirty="0"/>
              <a:t> </a:t>
            </a:r>
            <a:r>
              <a:rPr lang="fr-FR" dirty="0" err="1"/>
              <a:t>with</a:t>
            </a:r>
            <a:r>
              <a:rPr lang="fr-FR" dirty="0"/>
              <a:t> COST Action DAEMON </a:t>
            </a:r>
            <a:r>
              <a:rPr lang="fr-FR" dirty="0">
                <a:sym typeface="Wingdings" panose="05000000000000000000" pitchFamily="2" charset="2"/>
              </a:rPr>
              <a:t> CSA call for 2027  Questionnaire on ‘patents’</a:t>
            </a:r>
          </a:p>
          <a:p>
            <a:endParaRPr lang="fr-FR" sz="2000" dirty="0"/>
          </a:p>
          <a:p>
            <a:r>
              <a:rPr lang="fr-FR" sz="2000" u="sng" dirty="0"/>
              <a:t>TDM (WG3) white </a:t>
            </a:r>
            <a:r>
              <a:rPr lang="fr-FR" sz="2000" u="sng" dirty="0" err="1"/>
              <a:t>paper</a:t>
            </a:r>
            <a:r>
              <a:rPr lang="fr-FR" sz="2000" u="sng" dirty="0"/>
              <a:t>: </a:t>
            </a:r>
            <a:r>
              <a:rPr lang="fr-FR" sz="2000" u="sng" dirty="0" err="1"/>
              <a:t>Kourosh</a:t>
            </a:r>
            <a:r>
              <a:rPr lang="fr-FR" sz="2000" u="sng" dirty="0"/>
              <a:t> M. &amp; Theodoros K.</a:t>
            </a:r>
            <a:endParaRPr lang="fr-FR" sz="2000" dirty="0"/>
          </a:p>
          <a:p>
            <a:pPr marL="285750" indent="-285750">
              <a:buFont typeface="Arial" panose="020B0604020202020204" pitchFamily="34" charset="0"/>
              <a:buChar char="•"/>
            </a:pPr>
            <a:r>
              <a:rPr lang="fr-FR" dirty="0"/>
              <a:t>Draft modification</a:t>
            </a:r>
          </a:p>
          <a:p>
            <a:pPr marL="742950" lvl="1" indent="-285750">
              <a:buFont typeface="Arial" panose="020B0604020202020204" pitchFamily="34" charset="0"/>
              <a:buChar char="•"/>
            </a:pPr>
            <a:r>
              <a:rPr lang="fr-FR" dirty="0">
                <a:sym typeface="Wingdings" panose="05000000000000000000" pitchFamily="2" charset="2"/>
              </a:rPr>
              <a:t>Introduction (Saco)  </a:t>
            </a:r>
            <a:r>
              <a:rPr lang="fr-FR" dirty="0" err="1">
                <a:sym typeface="Wingdings" panose="05000000000000000000" pitchFamily="2" charset="2"/>
              </a:rPr>
              <a:t>working</a:t>
            </a:r>
            <a:r>
              <a:rPr lang="fr-FR" dirty="0">
                <a:sym typeface="Wingdings" panose="05000000000000000000" pitchFamily="2" charset="2"/>
              </a:rPr>
              <a:t> on </a:t>
            </a:r>
            <a:r>
              <a:rPr lang="fr-FR" dirty="0" err="1">
                <a:sym typeface="Wingdings" panose="05000000000000000000" pitchFamily="2" charset="2"/>
              </a:rPr>
              <a:t>it</a:t>
            </a:r>
            <a:r>
              <a:rPr lang="fr-FR" dirty="0">
                <a:sym typeface="Wingdings" panose="05000000000000000000" pitchFamily="2" charset="2"/>
              </a:rPr>
              <a:t>!!</a:t>
            </a:r>
          </a:p>
          <a:p>
            <a:pPr marL="742950" lvl="1" indent="-285750">
              <a:buFont typeface="Arial" panose="020B0604020202020204" pitchFamily="34" charset="0"/>
              <a:buChar char="•"/>
            </a:pPr>
            <a:r>
              <a:rPr lang="fr-FR" dirty="0">
                <a:sym typeface="Wingdings" panose="05000000000000000000" pitchFamily="2" charset="2"/>
              </a:rPr>
              <a:t>Domain experts to </a:t>
            </a:r>
            <a:r>
              <a:rPr lang="fr-FR" dirty="0" err="1">
                <a:sym typeface="Wingdings" panose="05000000000000000000" pitchFamily="2" charset="2"/>
              </a:rPr>
              <a:t>receive</a:t>
            </a:r>
            <a:r>
              <a:rPr lang="fr-FR" dirty="0">
                <a:sym typeface="Wingdings" panose="05000000000000000000" pitchFamily="2" charset="2"/>
              </a:rPr>
              <a:t> the draft </a:t>
            </a:r>
            <a:r>
              <a:rPr lang="fr-FR" dirty="0" err="1">
                <a:sym typeface="Wingdings" panose="05000000000000000000" pitchFamily="2" charset="2"/>
              </a:rPr>
              <a:t>with</a:t>
            </a:r>
            <a:r>
              <a:rPr lang="fr-FR" dirty="0">
                <a:sym typeface="Wingdings" panose="05000000000000000000" pitchFamily="2" charset="2"/>
              </a:rPr>
              <a:t> instructions </a:t>
            </a:r>
            <a:r>
              <a:rPr lang="fr-FR" dirty="0" err="1">
                <a:sym typeface="Wingdings" panose="05000000000000000000" pitchFamily="2" charset="2"/>
              </a:rPr>
              <a:t>before</a:t>
            </a:r>
            <a:r>
              <a:rPr lang="fr-FR" dirty="0">
                <a:sym typeface="Wingdings" panose="05000000000000000000" pitchFamily="2" charset="2"/>
              </a:rPr>
              <a:t> the end of July</a:t>
            </a:r>
          </a:p>
          <a:p>
            <a:endParaRPr lang="fr-FR" sz="2000" dirty="0"/>
          </a:p>
        </p:txBody>
      </p:sp>
      <p:graphicFrame>
        <p:nvGraphicFramePr>
          <p:cNvPr id="2" name="Tableau 1">
            <a:extLst>
              <a:ext uri="{FF2B5EF4-FFF2-40B4-BE49-F238E27FC236}">
                <a16:creationId xmlns:a16="http://schemas.microsoft.com/office/drawing/2014/main" id="{6756D0FC-4D64-4F74-AE42-8EF5E09AB0B3}"/>
              </a:ext>
            </a:extLst>
          </p:cNvPr>
          <p:cNvGraphicFramePr>
            <a:graphicFrameLocks noGrp="1"/>
          </p:cNvGraphicFramePr>
          <p:nvPr/>
        </p:nvGraphicFramePr>
        <p:xfrm>
          <a:off x="7570528" y="3057435"/>
          <a:ext cx="2667000" cy="891540"/>
        </p:xfrm>
        <a:graphic>
          <a:graphicData uri="http://schemas.openxmlformats.org/drawingml/2006/table">
            <a:tbl>
              <a:tblPr/>
              <a:tblGrid>
                <a:gridCol w="1333500">
                  <a:extLst>
                    <a:ext uri="{9D8B030D-6E8A-4147-A177-3AD203B41FA5}">
                      <a16:colId xmlns:a16="http://schemas.microsoft.com/office/drawing/2014/main" val="2380394697"/>
                    </a:ext>
                  </a:extLst>
                </a:gridCol>
                <a:gridCol w="1333500">
                  <a:extLst>
                    <a:ext uri="{9D8B030D-6E8A-4147-A177-3AD203B41FA5}">
                      <a16:colId xmlns:a16="http://schemas.microsoft.com/office/drawing/2014/main" val="1184328849"/>
                    </a:ext>
                  </a:extLst>
                </a:gridCol>
              </a:tblGrid>
              <a:tr h="190500">
                <a:tc>
                  <a:txBody>
                    <a:bodyPr/>
                    <a:lstStyle/>
                    <a:p>
                      <a:pPr algn="l" fontAlgn="b"/>
                      <a:r>
                        <a:rPr lang="fr-FR" sz="1600" b="0" i="0" u="none" strike="noStrike">
                          <a:solidFill>
                            <a:srgbClr val="000000"/>
                          </a:solidFill>
                          <a:effectLst/>
                          <a:latin typeface="Calibri" panose="020F0502020204030204" pitchFamily="34" charset="0"/>
                        </a:rPr>
                        <a:t>Min Ying</a:t>
                      </a:r>
                    </a:p>
                  </a:txBody>
                  <a:tcPr marL="7620" marR="7620" marT="7620" anchor="b">
                    <a:lnL>
                      <a:noFill/>
                    </a:lnL>
                    <a:lnR>
                      <a:noFill/>
                    </a:lnR>
                    <a:lnT>
                      <a:noFill/>
                    </a:lnT>
                    <a:lnB>
                      <a:noFill/>
                    </a:lnB>
                    <a:solidFill>
                      <a:srgbClr val="DDEBF7"/>
                    </a:solidFill>
                  </a:tcPr>
                </a:tc>
                <a:tc>
                  <a:txBody>
                    <a:bodyPr/>
                    <a:lstStyle/>
                    <a:p>
                      <a:pPr algn="l" fontAlgn="b"/>
                      <a:r>
                        <a:rPr lang="fr-FR" sz="1600" b="0" i="0" u="none" strike="noStrike" dirty="0">
                          <a:solidFill>
                            <a:srgbClr val="000000"/>
                          </a:solidFill>
                          <a:effectLst/>
                          <a:latin typeface="Calibri" panose="020F0502020204030204" pitchFamily="34" charset="0"/>
                        </a:rPr>
                        <a:t>Tsang</a:t>
                      </a:r>
                    </a:p>
                  </a:txBody>
                  <a:tcPr marL="7620" marR="7620" marT="7620" anchor="b">
                    <a:lnL>
                      <a:noFill/>
                    </a:lnL>
                    <a:lnR>
                      <a:noFill/>
                    </a:lnR>
                    <a:lnT>
                      <a:noFill/>
                    </a:lnT>
                    <a:lnB>
                      <a:noFill/>
                    </a:lnB>
                    <a:solidFill>
                      <a:srgbClr val="DDEBF7"/>
                    </a:solidFill>
                  </a:tcPr>
                </a:tc>
                <a:extLst>
                  <a:ext uri="{0D108BD9-81ED-4DB2-BD59-A6C34878D82A}">
                    <a16:rowId xmlns:a16="http://schemas.microsoft.com/office/drawing/2014/main" val="925565307"/>
                  </a:ext>
                </a:extLst>
              </a:tr>
              <a:tr h="190500">
                <a:tc>
                  <a:txBody>
                    <a:bodyPr/>
                    <a:lstStyle/>
                    <a:p>
                      <a:pPr algn="l" fontAlgn="b"/>
                      <a:r>
                        <a:rPr lang="fr-FR" sz="1600" b="0" i="0" u="none" strike="noStrike">
                          <a:solidFill>
                            <a:srgbClr val="000000"/>
                          </a:solidFill>
                          <a:effectLst/>
                          <a:latin typeface="Calibri" panose="020F0502020204030204" pitchFamily="34" charset="0"/>
                        </a:rPr>
                        <a:t>Davide</a:t>
                      </a:r>
                    </a:p>
                  </a:txBody>
                  <a:tcPr marL="7620" marR="7620" marT="7620" anchor="b">
                    <a:lnL>
                      <a:noFill/>
                    </a:lnL>
                    <a:lnR>
                      <a:noFill/>
                    </a:lnR>
                    <a:lnT>
                      <a:noFill/>
                    </a:lnT>
                    <a:lnB>
                      <a:noFill/>
                    </a:lnB>
                  </a:tcPr>
                </a:tc>
                <a:tc>
                  <a:txBody>
                    <a:bodyPr/>
                    <a:lstStyle/>
                    <a:p>
                      <a:pPr algn="l" fontAlgn="b"/>
                      <a:r>
                        <a:rPr lang="fr-FR" sz="1600" b="0" i="0" u="none" strike="noStrike">
                          <a:solidFill>
                            <a:srgbClr val="000000"/>
                          </a:solidFill>
                          <a:effectLst/>
                          <a:latin typeface="Calibri" panose="020F0502020204030204" pitchFamily="34" charset="0"/>
                        </a:rPr>
                        <a:t>Mariotti</a:t>
                      </a:r>
                    </a:p>
                  </a:txBody>
                  <a:tcPr marL="7620" marR="7620" marT="7620" anchor="b">
                    <a:lnL>
                      <a:noFill/>
                    </a:lnL>
                    <a:lnR>
                      <a:noFill/>
                    </a:lnR>
                    <a:lnT>
                      <a:noFill/>
                    </a:lnT>
                    <a:lnB>
                      <a:noFill/>
                    </a:lnB>
                  </a:tcPr>
                </a:tc>
                <a:extLst>
                  <a:ext uri="{0D108BD9-81ED-4DB2-BD59-A6C34878D82A}">
                    <a16:rowId xmlns:a16="http://schemas.microsoft.com/office/drawing/2014/main" val="2225669223"/>
                  </a:ext>
                </a:extLst>
              </a:tr>
              <a:tr h="190500">
                <a:tc>
                  <a:txBody>
                    <a:bodyPr/>
                    <a:lstStyle/>
                    <a:p>
                      <a:pPr algn="l" fontAlgn="b"/>
                      <a:r>
                        <a:rPr lang="fr-FR" sz="1600" b="0" i="0" u="none" strike="noStrike" dirty="0">
                          <a:solidFill>
                            <a:srgbClr val="FF0000"/>
                          </a:solidFill>
                          <a:effectLst/>
                          <a:latin typeface="Calibri" panose="020F0502020204030204" pitchFamily="34" charset="0"/>
                        </a:rPr>
                        <a:t>Norbert</a:t>
                      </a:r>
                    </a:p>
                  </a:txBody>
                  <a:tcPr marL="7620" marR="7620" marT="7620" anchor="b">
                    <a:lnL>
                      <a:noFill/>
                    </a:lnL>
                    <a:lnR>
                      <a:noFill/>
                    </a:lnR>
                    <a:lnT>
                      <a:noFill/>
                    </a:lnT>
                    <a:lnB>
                      <a:noFill/>
                    </a:lnB>
                    <a:solidFill>
                      <a:srgbClr val="DDEBF7"/>
                    </a:solidFill>
                  </a:tcPr>
                </a:tc>
                <a:tc>
                  <a:txBody>
                    <a:bodyPr/>
                    <a:lstStyle/>
                    <a:p>
                      <a:pPr algn="l" fontAlgn="b"/>
                      <a:r>
                        <a:rPr lang="fr-FR" sz="1600" b="0" i="0" u="none" strike="noStrike" dirty="0">
                          <a:solidFill>
                            <a:srgbClr val="FF0000"/>
                          </a:solidFill>
                          <a:effectLst/>
                          <a:latin typeface="Calibri" panose="020F0502020204030204" pitchFamily="34" charset="0"/>
                        </a:rPr>
                        <a:t>Babcsan</a:t>
                      </a:r>
                    </a:p>
                  </a:txBody>
                  <a:tcPr marL="7620" marR="7620" marT="7620" anchor="b">
                    <a:lnL>
                      <a:noFill/>
                    </a:lnL>
                    <a:lnR>
                      <a:noFill/>
                    </a:lnR>
                    <a:lnT>
                      <a:noFill/>
                    </a:lnT>
                    <a:lnB>
                      <a:noFill/>
                    </a:lnB>
                    <a:solidFill>
                      <a:srgbClr val="DDEBF7"/>
                    </a:solidFill>
                  </a:tcPr>
                </a:tc>
                <a:extLst>
                  <a:ext uri="{0D108BD9-81ED-4DB2-BD59-A6C34878D82A}">
                    <a16:rowId xmlns:a16="http://schemas.microsoft.com/office/drawing/2014/main" val="611167284"/>
                  </a:ext>
                </a:extLst>
              </a:tr>
            </a:tbl>
          </a:graphicData>
        </a:graphic>
      </p:graphicFrame>
      <p:pic>
        <p:nvPicPr>
          <p:cNvPr id="9" name="Image 8">
            <a:extLst>
              <a:ext uri="{FF2B5EF4-FFF2-40B4-BE49-F238E27FC236}">
                <a16:creationId xmlns:a16="http://schemas.microsoft.com/office/drawing/2014/main" id="{82441975-5FB9-45DC-888A-80BBFD4E256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352215"/>
            <a:ext cx="1794856" cy="1211529"/>
          </a:xfrm>
          <a:prstGeom prst="rect">
            <a:avLst/>
          </a:prstGeom>
        </p:spPr>
      </p:pic>
    </p:spTree>
    <p:extLst>
      <p:ext uri="{BB962C8B-B14F-4D97-AF65-F5344CB8AC3E}">
        <p14:creationId xmlns:p14="http://schemas.microsoft.com/office/powerpoint/2010/main" val="27963816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a:xfrm>
            <a:off x="1656080" y="3443967"/>
            <a:ext cx="10547089" cy="1224000"/>
          </a:xfrm>
        </p:spPr>
        <p:txBody>
          <a:bodyPr/>
          <a:lstStyle/>
          <a:p>
            <a:r>
              <a:rPr lang="fr-FR" b="1" dirty="0"/>
              <a:t>Communications</a:t>
            </a:r>
            <a:endParaRPr lang="en-US" b="1" dirty="0"/>
          </a:p>
        </p:txBody>
      </p:sp>
    </p:spTree>
    <p:extLst>
      <p:ext uri="{BB962C8B-B14F-4D97-AF65-F5344CB8AC3E}">
        <p14:creationId xmlns:p14="http://schemas.microsoft.com/office/powerpoint/2010/main" val="42468399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a:extLst>
              <a:ext uri="{FF2B5EF4-FFF2-40B4-BE49-F238E27FC236}">
                <a16:creationId xmlns:a16="http://schemas.microsoft.com/office/drawing/2014/main" id="{432416A3-39EF-4CBE-943D-C79C22FDDC46}"/>
              </a:ext>
            </a:extLst>
          </p:cNvPr>
          <p:cNvSpPr>
            <a:spLocks noGrp="1"/>
          </p:cNvSpPr>
          <p:nvPr>
            <p:ph type="title"/>
          </p:nvPr>
        </p:nvSpPr>
        <p:spPr>
          <a:xfrm>
            <a:off x="838200" y="649956"/>
            <a:ext cx="10515600" cy="726137"/>
          </a:xfrm>
        </p:spPr>
        <p:txBody>
          <a:bodyPr/>
          <a:lstStyle/>
          <a:p>
            <a:r>
              <a:rPr lang="en-US" sz="2400" cap="small" dirty="0"/>
              <a:t>Web &amp; LinkedIn</a:t>
            </a:r>
          </a:p>
        </p:txBody>
      </p:sp>
      <p:sp>
        <p:nvSpPr>
          <p:cNvPr id="7" name="Espace réservé du numéro de diapositive 6"/>
          <p:cNvSpPr>
            <a:spLocks noGrp="1"/>
          </p:cNvSpPr>
          <p:nvPr>
            <p:ph type="sldNum" sz="quarter" idx="12"/>
          </p:nvPr>
        </p:nvSpPr>
        <p:spPr/>
        <p:txBody>
          <a:bodyPr/>
          <a:lstStyle/>
          <a:p>
            <a:fld id="{F91729D4-A164-47A3-830D-E792BCE699E4}" type="slidenum">
              <a:rPr lang="en-US" smtClean="0"/>
              <a:t>17</a:t>
            </a:fld>
            <a:endParaRPr lang="en-US" dirty="0"/>
          </a:p>
        </p:txBody>
      </p:sp>
      <p:pic>
        <p:nvPicPr>
          <p:cNvPr id="15" name="Imag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352215"/>
            <a:ext cx="1794856" cy="1211529"/>
          </a:xfrm>
          <a:prstGeom prst="rect">
            <a:avLst/>
          </a:prstGeom>
        </p:spPr>
      </p:pic>
      <p:sp>
        <p:nvSpPr>
          <p:cNvPr id="14" name="Rectangle 13"/>
          <p:cNvSpPr/>
          <p:nvPr/>
        </p:nvSpPr>
        <p:spPr>
          <a:xfrm>
            <a:off x="722765" y="1540226"/>
            <a:ext cx="11173777" cy="5262979"/>
          </a:xfrm>
          <a:prstGeom prst="rect">
            <a:avLst/>
          </a:prstGeom>
        </p:spPr>
        <p:txBody>
          <a:bodyPr wrap="square">
            <a:spAutoFit/>
          </a:bodyPr>
          <a:lstStyle/>
          <a:p>
            <a:pPr marL="285750" indent="-285750">
              <a:buFont typeface="Arial" panose="020B0604020202020204" pitchFamily="34" charset="0"/>
              <a:buChar char="•"/>
            </a:pPr>
            <a:r>
              <a:rPr lang="en-US" sz="2400" dirty="0">
                <a:ea typeface="Yu Gothic" panose="020B0400000000000000" pitchFamily="34" charset="-128"/>
              </a:rPr>
              <a:t>Monthly update &amp; Slack</a:t>
            </a:r>
          </a:p>
          <a:p>
            <a:pPr marL="742950" lvl="1" indent="-285750">
              <a:buFont typeface="Arial" panose="020B0604020202020204" pitchFamily="34" charset="0"/>
              <a:buChar char="•"/>
            </a:pPr>
            <a:r>
              <a:rPr lang="en-US" sz="2400" dirty="0">
                <a:ea typeface="Yu Gothic" panose="020B0400000000000000" pitchFamily="34" charset="-128"/>
              </a:rPr>
              <a:t>Signup sent to new members</a:t>
            </a:r>
          </a:p>
          <a:p>
            <a:pPr marL="285750" indent="-285750">
              <a:spcAft>
                <a:spcPts val="0"/>
              </a:spcAft>
              <a:buFont typeface="Arial" panose="020B0604020202020204" pitchFamily="34" charset="0"/>
              <a:buChar char="•"/>
            </a:pPr>
            <a:r>
              <a:rPr lang="en-US" sz="2400" dirty="0">
                <a:ea typeface="Yu Gothic" panose="020B0400000000000000" pitchFamily="34" charset="-128"/>
              </a:rPr>
              <a:t>LinkedIn followers = 701+11</a:t>
            </a:r>
          </a:p>
          <a:p>
            <a:pPr marL="742950" lvl="1" indent="-285750">
              <a:buFont typeface="Arial" panose="020B0604020202020204" pitchFamily="34" charset="0"/>
              <a:buChar char="•"/>
            </a:pPr>
            <a:r>
              <a:rPr lang="en-US" sz="2400" dirty="0">
                <a:ea typeface="Yu Gothic" panose="020B0400000000000000" pitchFamily="34" charset="-128"/>
              </a:rPr>
              <a:t>Action news (meetings, grants, Young EU-MACE webinar announcement)</a:t>
            </a:r>
          </a:p>
          <a:p>
            <a:pPr marL="742950" lvl="1" indent="-285750">
              <a:buFont typeface="Arial" panose="020B0604020202020204" pitchFamily="34" charset="0"/>
              <a:buChar char="•"/>
            </a:pPr>
            <a:r>
              <a:rPr lang="en-US" sz="2400" dirty="0">
                <a:ea typeface="Yu Gothic" panose="020B0400000000000000" pitchFamily="34" charset="-128"/>
              </a:rPr>
              <a:t>Member’s news and announcements</a:t>
            </a:r>
          </a:p>
          <a:p>
            <a:pPr marL="742950" lvl="1" indent="-285750">
              <a:buFont typeface="Arial" panose="020B0604020202020204" pitchFamily="34" charset="0"/>
              <a:buChar char="•"/>
            </a:pPr>
            <a:r>
              <a:rPr lang="en-US" sz="2400" dirty="0">
                <a:ea typeface="Yu Gothic" panose="020B0400000000000000" pitchFamily="34" charset="-128"/>
              </a:rPr>
              <a:t>Partner project/network news</a:t>
            </a:r>
          </a:p>
          <a:p>
            <a:pPr marL="742950" lvl="1" indent="-285750">
              <a:buFont typeface="Arial" panose="020B0604020202020204" pitchFamily="34" charset="0"/>
              <a:buChar char="•"/>
            </a:pPr>
            <a:r>
              <a:rPr lang="en-US" sz="2400" dirty="0">
                <a:ea typeface="Yu Gothic" panose="020B0400000000000000" pitchFamily="34" charset="-128"/>
              </a:rPr>
              <a:t>Vacancy announcements </a:t>
            </a:r>
          </a:p>
          <a:p>
            <a:pPr marL="285750" indent="-285750">
              <a:buFont typeface="Arial" panose="020B0604020202020204" pitchFamily="34" charset="0"/>
              <a:buChar char="•"/>
            </a:pPr>
            <a:r>
              <a:rPr lang="en-US" sz="2400" dirty="0">
                <a:ea typeface="Yu Gothic" panose="020B0400000000000000" pitchFamily="34" charset="-128"/>
              </a:rPr>
              <a:t>Website</a:t>
            </a:r>
          </a:p>
          <a:p>
            <a:pPr lvl="1"/>
            <a:endParaRPr lang="en-US" sz="2400" dirty="0">
              <a:ea typeface="Yu Gothic" panose="020B0400000000000000" pitchFamily="34" charset="-128"/>
            </a:endParaRPr>
          </a:p>
          <a:p>
            <a:pPr lvl="1"/>
            <a:endParaRPr lang="en-US" sz="2400" dirty="0">
              <a:ea typeface="Yu Gothic" panose="020B0400000000000000" pitchFamily="34" charset="-128"/>
            </a:endParaRPr>
          </a:p>
          <a:p>
            <a:pPr lvl="1"/>
            <a:endParaRPr lang="en-US" sz="2400" dirty="0">
              <a:ea typeface="Yu Gothic" panose="020B0400000000000000" pitchFamily="34" charset="-128"/>
            </a:endParaRPr>
          </a:p>
          <a:p>
            <a:pPr lvl="1"/>
            <a:endParaRPr lang="en-US" sz="2400" dirty="0">
              <a:ea typeface="Yu Gothic" panose="020B0400000000000000" pitchFamily="34" charset="-128"/>
            </a:endParaRPr>
          </a:p>
          <a:p>
            <a:pPr lvl="1"/>
            <a:r>
              <a:rPr lang="en-US" sz="2400" dirty="0">
                <a:ea typeface="Yu Gothic" panose="020B0400000000000000" pitchFamily="34" charset="-128"/>
              </a:rPr>
              <a:t>Contact Dorotea!! </a:t>
            </a:r>
            <a:r>
              <a:rPr lang="en-US" sz="2400" b="1" dirty="0">
                <a:solidFill>
                  <a:srgbClr val="FF0000"/>
                </a:solidFill>
                <a:ea typeface="Yu Gothic" panose="020B0400000000000000" pitchFamily="34" charset="-128"/>
              </a:rPr>
              <a:t>D.Koren@eera-set.eu</a:t>
            </a:r>
          </a:p>
          <a:p>
            <a:pPr marL="285750" indent="-285750">
              <a:spcAft>
                <a:spcPts val="0"/>
              </a:spcAft>
              <a:buFont typeface="Arial" panose="020B0604020202020204" pitchFamily="34" charset="0"/>
              <a:buChar char="•"/>
            </a:pPr>
            <a:endParaRPr lang="fr-FR" sz="2400" dirty="0">
              <a:solidFill>
                <a:srgbClr val="FF0000"/>
              </a:solidFill>
              <a:ea typeface="Yu Gothic" panose="020B0400000000000000" pitchFamily="34" charset="-128"/>
            </a:endParaRPr>
          </a:p>
        </p:txBody>
      </p:sp>
      <p:sp>
        <p:nvSpPr>
          <p:cNvPr id="2" name="Espace réservé de la date 1"/>
          <p:cNvSpPr>
            <a:spLocks noGrp="1"/>
          </p:cNvSpPr>
          <p:nvPr>
            <p:ph type="dt" sz="half" idx="10"/>
          </p:nvPr>
        </p:nvSpPr>
        <p:spPr/>
        <p:txBody>
          <a:bodyPr/>
          <a:lstStyle/>
          <a:p>
            <a:fld id="{2B50B166-761A-4FC3-A03D-D00174731C1E}" type="datetime1">
              <a:rPr lang="fr-FR" smtClean="0"/>
              <a:t>15/07/2026</a:t>
            </a:fld>
            <a:endParaRPr lang="en-US" dirty="0"/>
          </a:p>
        </p:txBody>
      </p:sp>
      <p:sp>
        <p:nvSpPr>
          <p:cNvPr id="3" name="Espace réservé du pied de page 2"/>
          <p:cNvSpPr>
            <a:spLocks noGrp="1"/>
          </p:cNvSpPr>
          <p:nvPr>
            <p:ph type="ftr" sz="quarter" idx="11"/>
          </p:nvPr>
        </p:nvSpPr>
        <p:spPr/>
        <p:txBody>
          <a:bodyPr/>
          <a:lstStyle/>
          <a:p>
            <a:r>
              <a:rPr lang="en-US"/>
              <a:t>CA22123 EU-MACE GP3 monthly CG update</a:t>
            </a:r>
            <a:endParaRPr lang="en-US" dirty="0"/>
          </a:p>
        </p:txBody>
      </p:sp>
      <p:pic>
        <p:nvPicPr>
          <p:cNvPr id="6" name="Image 5">
            <a:extLst>
              <a:ext uri="{FF2B5EF4-FFF2-40B4-BE49-F238E27FC236}">
                <a16:creationId xmlns:a16="http://schemas.microsoft.com/office/drawing/2014/main" id="{F1C59CBF-5307-4C8B-A346-9338F417FD31}"/>
              </a:ext>
            </a:extLst>
          </p:cNvPr>
          <p:cNvPicPr>
            <a:picLocks noChangeAspect="1"/>
          </p:cNvPicPr>
          <p:nvPr/>
        </p:nvPicPr>
        <p:blipFill>
          <a:blip r:embed="rId4"/>
          <a:stretch>
            <a:fillRect/>
          </a:stretch>
        </p:blipFill>
        <p:spPr>
          <a:xfrm>
            <a:off x="2795618" y="3884902"/>
            <a:ext cx="4068000" cy="2066606"/>
          </a:xfrm>
          <a:prstGeom prst="rect">
            <a:avLst/>
          </a:prstGeom>
        </p:spPr>
      </p:pic>
      <p:pic>
        <p:nvPicPr>
          <p:cNvPr id="10" name="Image 9">
            <a:extLst>
              <a:ext uri="{FF2B5EF4-FFF2-40B4-BE49-F238E27FC236}">
                <a16:creationId xmlns:a16="http://schemas.microsoft.com/office/drawing/2014/main" id="{D0DA300B-18FD-4215-8AB5-64A1C3754E6F}"/>
              </a:ext>
            </a:extLst>
          </p:cNvPr>
          <p:cNvPicPr>
            <a:picLocks noChangeAspect="1"/>
          </p:cNvPicPr>
          <p:nvPr/>
        </p:nvPicPr>
        <p:blipFill>
          <a:blip r:embed="rId5"/>
          <a:stretch>
            <a:fillRect/>
          </a:stretch>
        </p:blipFill>
        <p:spPr>
          <a:xfrm>
            <a:off x="7608670" y="2055244"/>
            <a:ext cx="4205361" cy="1492396"/>
          </a:xfrm>
          <a:prstGeom prst="rect">
            <a:avLst/>
          </a:prstGeom>
        </p:spPr>
      </p:pic>
      <p:pic>
        <p:nvPicPr>
          <p:cNvPr id="13" name="Image 12">
            <a:extLst>
              <a:ext uri="{FF2B5EF4-FFF2-40B4-BE49-F238E27FC236}">
                <a16:creationId xmlns:a16="http://schemas.microsoft.com/office/drawing/2014/main" id="{C15DB717-887D-442A-B7C4-759D170A3F0E}"/>
              </a:ext>
            </a:extLst>
          </p:cNvPr>
          <p:cNvPicPr>
            <a:picLocks noChangeAspect="1"/>
          </p:cNvPicPr>
          <p:nvPr/>
        </p:nvPicPr>
        <p:blipFill>
          <a:blip r:embed="rId6"/>
          <a:stretch>
            <a:fillRect/>
          </a:stretch>
        </p:blipFill>
        <p:spPr>
          <a:xfrm>
            <a:off x="6986592" y="3801833"/>
            <a:ext cx="5088271" cy="2232744"/>
          </a:xfrm>
          <a:prstGeom prst="rect">
            <a:avLst/>
          </a:prstGeom>
        </p:spPr>
      </p:pic>
    </p:spTree>
    <p:extLst>
      <p:ext uri="{BB962C8B-B14F-4D97-AF65-F5344CB8AC3E}">
        <p14:creationId xmlns:p14="http://schemas.microsoft.com/office/powerpoint/2010/main" val="561144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a:xfrm>
            <a:off x="1656080" y="3443967"/>
            <a:ext cx="10547089" cy="1224000"/>
          </a:xfrm>
        </p:spPr>
        <p:txBody>
          <a:bodyPr/>
          <a:lstStyle/>
          <a:p>
            <a:r>
              <a:rPr lang="fr-FR" b="1" dirty="0"/>
              <a:t>Next meetings</a:t>
            </a:r>
            <a:endParaRPr lang="en-US" b="1" dirty="0"/>
          </a:p>
        </p:txBody>
      </p:sp>
    </p:spTree>
    <p:extLst>
      <p:ext uri="{BB962C8B-B14F-4D97-AF65-F5344CB8AC3E}">
        <p14:creationId xmlns:p14="http://schemas.microsoft.com/office/powerpoint/2010/main" val="38075826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a:extLst>
              <a:ext uri="{FF2B5EF4-FFF2-40B4-BE49-F238E27FC236}">
                <a16:creationId xmlns:a16="http://schemas.microsoft.com/office/drawing/2014/main" id="{432416A3-39EF-4CBE-943D-C79C22FDDC46}"/>
              </a:ext>
            </a:extLst>
          </p:cNvPr>
          <p:cNvSpPr>
            <a:spLocks noGrp="1"/>
          </p:cNvSpPr>
          <p:nvPr>
            <p:ph type="title"/>
          </p:nvPr>
        </p:nvSpPr>
        <p:spPr>
          <a:xfrm>
            <a:off x="838200" y="649956"/>
            <a:ext cx="10515600" cy="726137"/>
          </a:xfrm>
        </p:spPr>
        <p:txBody>
          <a:bodyPr/>
          <a:lstStyle/>
          <a:p>
            <a:r>
              <a:rPr lang="en-US" sz="2800" dirty="0"/>
              <a:t>Next MC/CG monthly update meetings</a:t>
            </a:r>
          </a:p>
        </p:txBody>
      </p:sp>
      <p:sp>
        <p:nvSpPr>
          <p:cNvPr id="7" name="Espace réservé du numéro de diapositive 6"/>
          <p:cNvSpPr>
            <a:spLocks noGrp="1"/>
          </p:cNvSpPr>
          <p:nvPr>
            <p:ph type="sldNum" sz="quarter" idx="12"/>
          </p:nvPr>
        </p:nvSpPr>
        <p:spPr/>
        <p:txBody>
          <a:bodyPr/>
          <a:lstStyle/>
          <a:p>
            <a:fld id="{F91729D4-A164-47A3-830D-E792BCE699E4}" type="slidenum">
              <a:rPr lang="en-US" smtClean="0"/>
              <a:t>19</a:t>
            </a:fld>
            <a:endParaRPr lang="en-US" dirty="0"/>
          </a:p>
        </p:txBody>
      </p:sp>
      <p:sp>
        <p:nvSpPr>
          <p:cNvPr id="3" name="ZoneTexte 2"/>
          <p:cNvSpPr txBox="1"/>
          <p:nvPr/>
        </p:nvSpPr>
        <p:spPr>
          <a:xfrm>
            <a:off x="3927978" y="1464702"/>
            <a:ext cx="5810693" cy="461665"/>
          </a:xfrm>
          <a:prstGeom prst="rect">
            <a:avLst/>
          </a:prstGeom>
          <a:noFill/>
        </p:spPr>
        <p:txBody>
          <a:bodyPr wrap="none" rtlCol="0">
            <a:spAutoFit/>
          </a:bodyPr>
          <a:lstStyle/>
          <a:p>
            <a:r>
              <a:rPr lang="fr-FR" sz="2400" dirty="0">
                <a:solidFill>
                  <a:schemeClr val="accent5">
                    <a:lumMod val="75000"/>
                  </a:schemeClr>
                </a:solidFill>
              </a:rPr>
              <a:t>2</a:t>
            </a:r>
            <a:r>
              <a:rPr lang="fr-FR" sz="2400" baseline="30000" dirty="0">
                <a:solidFill>
                  <a:schemeClr val="accent5">
                    <a:lumMod val="75000"/>
                  </a:schemeClr>
                </a:solidFill>
              </a:rPr>
              <a:t>nd</a:t>
            </a:r>
            <a:r>
              <a:rPr lang="fr-FR" sz="2400" dirty="0">
                <a:solidFill>
                  <a:schemeClr val="accent5">
                    <a:lumMod val="75000"/>
                  </a:schemeClr>
                </a:solidFill>
              </a:rPr>
              <a:t> or 3rd Tuesday of </a:t>
            </a:r>
            <a:r>
              <a:rPr lang="fr-FR" sz="2400" dirty="0" err="1">
                <a:solidFill>
                  <a:schemeClr val="accent5">
                    <a:lumMod val="75000"/>
                  </a:schemeClr>
                </a:solidFill>
              </a:rPr>
              <a:t>each</a:t>
            </a:r>
            <a:r>
              <a:rPr lang="fr-FR" sz="2400" dirty="0">
                <a:solidFill>
                  <a:schemeClr val="accent5">
                    <a:lumMod val="75000"/>
                  </a:schemeClr>
                </a:solidFill>
              </a:rPr>
              <a:t> </a:t>
            </a:r>
            <a:r>
              <a:rPr lang="fr-FR" sz="2400" dirty="0" err="1">
                <a:solidFill>
                  <a:schemeClr val="accent5">
                    <a:lumMod val="75000"/>
                  </a:schemeClr>
                </a:solidFill>
              </a:rPr>
              <a:t>month</a:t>
            </a:r>
            <a:r>
              <a:rPr lang="fr-FR" sz="2400" dirty="0">
                <a:solidFill>
                  <a:schemeClr val="accent5">
                    <a:lumMod val="75000"/>
                  </a:schemeClr>
                </a:solidFill>
              </a:rPr>
              <a:t> @ 3pm  </a:t>
            </a:r>
            <a:endParaRPr lang="en-US" sz="2400" dirty="0">
              <a:solidFill>
                <a:schemeClr val="accent5">
                  <a:lumMod val="75000"/>
                </a:schemeClr>
              </a:solidFill>
            </a:endParaRPr>
          </a:p>
        </p:txBody>
      </p:sp>
      <p:sp>
        <p:nvSpPr>
          <p:cNvPr id="4" name="ZoneTexte 3"/>
          <p:cNvSpPr txBox="1"/>
          <p:nvPr/>
        </p:nvSpPr>
        <p:spPr>
          <a:xfrm>
            <a:off x="613062" y="1713274"/>
            <a:ext cx="10965875" cy="3820982"/>
          </a:xfrm>
          <a:prstGeom prst="rect">
            <a:avLst/>
          </a:prstGeom>
          <a:noFill/>
        </p:spPr>
        <p:txBody>
          <a:bodyPr wrap="square" rtlCol="0">
            <a:spAutoFit/>
          </a:bodyPr>
          <a:lstStyle/>
          <a:p>
            <a:pPr marL="342900" indent="-342900">
              <a:lnSpc>
                <a:spcPct val="150000"/>
              </a:lnSpc>
              <a:buFontTx/>
              <a:buChar char="-"/>
            </a:pPr>
            <a:r>
              <a:rPr lang="fr-FR" sz="2000" b="1" u="sng" dirty="0" err="1"/>
              <a:t>September</a:t>
            </a:r>
            <a:r>
              <a:rPr lang="fr-FR" sz="2000" b="1" u="sng" dirty="0"/>
              <a:t> 8th at 3PM</a:t>
            </a:r>
            <a:r>
              <a:rPr lang="fr-FR" sz="2000" b="1" dirty="0"/>
              <a:t>: </a:t>
            </a:r>
          </a:p>
          <a:p>
            <a:pPr marL="342900" indent="-342900">
              <a:lnSpc>
                <a:spcPct val="150000"/>
              </a:lnSpc>
              <a:buFont typeface="Arial" panose="020B0604020202020204" pitchFamily="34" charset="0"/>
              <a:buChar char="•"/>
            </a:pPr>
            <a:r>
              <a:rPr lang="fr-FR" sz="1600" b="1" i="1" dirty="0"/>
              <a:t>ERASMUS </a:t>
            </a:r>
            <a:r>
              <a:rPr lang="fr-FR" sz="1600" b="1" i="1" dirty="0" err="1"/>
              <a:t>progress</a:t>
            </a:r>
            <a:r>
              <a:rPr lang="fr-FR" sz="1600" b="1" i="1" dirty="0"/>
              <a:t> &amp; LegacyLab2 in-</a:t>
            </a:r>
            <a:r>
              <a:rPr lang="fr-FR" sz="1600" b="1" i="1" dirty="0" err="1"/>
              <a:t>person</a:t>
            </a:r>
            <a:r>
              <a:rPr lang="fr-FR" sz="1600" b="1" i="1" dirty="0"/>
              <a:t> meeting sessions and </a:t>
            </a:r>
            <a:r>
              <a:rPr lang="fr-FR" sz="1600" b="1" i="1" dirty="0" err="1"/>
              <a:t>other</a:t>
            </a:r>
            <a:r>
              <a:rPr lang="fr-FR" sz="1600" b="1" i="1" dirty="0"/>
              <a:t> </a:t>
            </a:r>
            <a:r>
              <a:rPr lang="fr-FR" sz="1600" b="1" i="1" dirty="0" err="1"/>
              <a:t>details</a:t>
            </a:r>
            <a:r>
              <a:rPr lang="fr-FR" sz="1600" b="1" i="1" dirty="0"/>
              <a:t> of </a:t>
            </a:r>
            <a:r>
              <a:rPr lang="fr-FR" sz="1600" b="1" i="1" dirty="0" err="1"/>
              <a:t>October</a:t>
            </a:r>
            <a:r>
              <a:rPr lang="fr-FR" sz="1600" b="1" i="1" dirty="0"/>
              <a:t> meeting</a:t>
            </a:r>
          </a:p>
          <a:p>
            <a:pPr marL="342900" indent="-342900">
              <a:lnSpc>
                <a:spcPct val="150000"/>
              </a:lnSpc>
              <a:buFont typeface="Arial" panose="020B0604020202020204" pitchFamily="34" charset="0"/>
              <a:buChar char="•"/>
            </a:pPr>
            <a:r>
              <a:rPr lang="fr-FR" sz="1600" b="1" i="1" dirty="0"/>
              <a:t>Progress on </a:t>
            </a:r>
            <a:r>
              <a:rPr lang="fr-FR" sz="1600" b="1" i="1" dirty="0" err="1"/>
              <a:t>other</a:t>
            </a:r>
            <a:r>
              <a:rPr lang="fr-FR" sz="1600" b="1" i="1" dirty="0"/>
              <a:t> </a:t>
            </a:r>
            <a:r>
              <a:rPr lang="fr-FR" sz="1600" b="1" i="1" dirty="0" err="1"/>
              <a:t>tasks</a:t>
            </a:r>
            <a:r>
              <a:rPr lang="fr-FR" sz="1600" b="1" i="1" dirty="0"/>
              <a:t>: TDM white </a:t>
            </a:r>
            <a:r>
              <a:rPr lang="fr-FR" sz="1600" b="1" i="1" dirty="0" err="1"/>
              <a:t>paper</a:t>
            </a:r>
            <a:r>
              <a:rPr lang="fr-FR" sz="1600" b="1" i="1" dirty="0"/>
              <a:t>, </a:t>
            </a:r>
            <a:r>
              <a:rPr lang="fr-FR" sz="1600" b="1" i="1" dirty="0" err="1"/>
              <a:t>ChainMAP</a:t>
            </a:r>
            <a:r>
              <a:rPr lang="fr-FR" sz="1600" b="1" i="1" dirty="0"/>
              <a:t> </a:t>
            </a:r>
            <a:r>
              <a:rPr lang="fr-FR" sz="1600" b="1" i="1" dirty="0">
                <a:sym typeface="Wingdings" panose="05000000000000000000" pitchFamily="2" charset="2"/>
              </a:rPr>
              <a:t> </a:t>
            </a:r>
            <a:r>
              <a:rPr lang="fr-FR" sz="1600" b="1" i="1" dirty="0" err="1">
                <a:sym typeface="Wingdings" panose="05000000000000000000" pitchFamily="2" charset="2"/>
              </a:rPr>
              <a:t>surveys</a:t>
            </a:r>
            <a:r>
              <a:rPr lang="fr-FR" sz="1600" b="1" i="1" dirty="0">
                <a:sym typeface="Wingdings" panose="05000000000000000000" pitchFamily="2" charset="2"/>
              </a:rPr>
              <a:t> and draft circulation</a:t>
            </a:r>
            <a:endParaRPr lang="fr-FR" sz="1600" b="1" i="1" dirty="0"/>
          </a:p>
          <a:p>
            <a:pPr marL="342900" indent="-342900">
              <a:lnSpc>
                <a:spcPct val="150000"/>
              </a:lnSpc>
              <a:buFont typeface="Arial" panose="020B0604020202020204" pitchFamily="34" charset="0"/>
              <a:buChar char="•"/>
            </a:pPr>
            <a:r>
              <a:rPr lang="fr-FR" sz="1600" b="1" i="1" dirty="0"/>
              <a:t>YEM webinar : </a:t>
            </a:r>
            <a:r>
              <a:rPr lang="fr-FR" sz="1600" b="1" i="1" dirty="0" err="1"/>
              <a:t>Basak</a:t>
            </a:r>
            <a:r>
              <a:rPr lang="fr-FR" sz="1600" b="1" i="1" dirty="0"/>
              <a:t> Turgut</a:t>
            </a:r>
          </a:p>
          <a:p>
            <a:pPr marL="342900" indent="-342900">
              <a:lnSpc>
                <a:spcPct val="150000"/>
              </a:lnSpc>
              <a:buFont typeface="Arial" panose="020B0604020202020204" pitchFamily="34" charset="0"/>
              <a:buChar char="•"/>
            </a:pPr>
            <a:r>
              <a:rPr lang="fr-FR" sz="1600" b="1" i="1" dirty="0"/>
              <a:t>GP3 Work and Budget plan </a:t>
            </a:r>
            <a:r>
              <a:rPr lang="fr-FR" sz="1600" b="1" i="1" dirty="0" err="1"/>
              <a:t>sneak</a:t>
            </a:r>
            <a:r>
              <a:rPr lang="fr-FR" sz="1600" b="1" i="1" dirty="0"/>
              <a:t> </a:t>
            </a:r>
            <a:r>
              <a:rPr lang="fr-FR" sz="1600" b="1" i="1" dirty="0" err="1"/>
              <a:t>preview</a:t>
            </a:r>
            <a:endParaRPr lang="fr-FR" sz="1600" b="1" i="1" dirty="0"/>
          </a:p>
          <a:p>
            <a:pPr>
              <a:lnSpc>
                <a:spcPct val="150000"/>
              </a:lnSpc>
            </a:pPr>
            <a:endParaRPr lang="fr-FR" sz="2000" b="1" i="1" dirty="0"/>
          </a:p>
          <a:p>
            <a:pPr marL="342900" indent="-342900">
              <a:lnSpc>
                <a:spcPct val="150000"/>
              </a:lnSpc>
              <a:buFontTx/>
              <a:buChar char="-"/>
            </a:pPr>
            <a:r>
              <a:rPr lang="fr-FR" sz="2000" b="1" u="sng" dirty="0" err="1"/>
              <a:t>October</a:t>
            </a:r>
            <a:r>
              <a:rPr lang="fr-FR" sz="2000" b="1" u="sng" dirty="0"/>
              <a:t> MC (</a:t>
            </a:r>
            <a:r>
              <a:rPr lang="fr-FR" sz="2000" b="1" u="sng" dirty="0" err="1"/>
              <a:t>hybrid</a:t>
            </a:r>
            <a:r>
              <a:rPr lang="fr-FR" sz="2000" b="1" u="sng" dirty="0"/>
              <a:t>) and WG/</a:t>
            </a:r>
            <a:r>
              <a:rPr lang="fr-FR" sz="2000" b="1" u="sng" dirty="0" err="1"/>
              <a:t>Task</a:t>
            </a:r>
            <a:r>
              <a:rPr lang="fr-FR" sz="2000" b="1" u="sng" dirty="0"/>
              <a:t> (in-</a:t>
            </a:r>
            <a:r>
              <a:rPr lang="fr-FR" sz="2000" b="1" u="sng" dirty="0" err="1"/>
              <a:t>person</a:t>
            </a:r>
            <a:r>
              <a:rPr lang="fr-FR" sz="2000" b="1" u="sng" dirty="0"/>
              <a:t>) meeting: </a:t>
            </a:r>
            <a:r>
              <a:rPr lang="fr-FR" sz="2000" b="1" dirty="0">
                <a:solidFill>
                  <a:srgbClr val="FF0000"/>
                </a:solidFill>
              </a:rPr>
              <a:t>19-21/10/2026 at PORT, </a:t>
            </a:r>
            <a:r>
              <a:rPr lang="fr-FR" sz="2000" b="1" dirty="0" err="1">
                <a:solidFill>
                  <a:srgbClr val="FF0000"/>
                </a:solidFill>
              </a:rPr>
              <a:t>near</a:t>
            </a:r>
            <a:r>
              <a:rPr lang="fr-FR" sz="2000" b="1" dirty="0">
                <a:solidFill>
                  <a:srgbClr val="FF0000"/>
                </a:solidFill>
              </a:rPr>
              <a:t> Wroclaw</a:t>
            </a:r>
            <a:r>
              <a:rPr lang="fr-FR" sz="2000" b="1" dirty="0"/>
              <a:t> </a:t>
            </a:r>
            <a:r>
              <a:rPr lang="fr-FR" sz="2000" b="1" i="1" u="sng" dirty="0"/>
              <a:t>or </a:t>
            </a:r>
            <a:r>
              <a:rPr lang="fr-FR" sz="2000" b="1" dirty="0"/>
              <a:t>5-7/102026 at NCBJ, </a:t>
            </a:r>
            <a:r>
              <a:rPr lang="fr-FR" sz="2000" b="1" dirty="0" err="1"/>
              <a:t>near</a:t>
            </a:r>
            <a:r>
              <a:rPr lang="fr-FR" sz="2000" b="1" dirty="0"/>
              <a:t> </a:t>
            </a:r>
            <a:r>
              <a:rPr lang="fr-FR" sz="2000" b="1" dirty="0" err="1"/>
              <a:t>Warsaw</a:t>
            </a:r>
            <a:r>
              <a:rPr lang="fr-FR" sz="2000" b="1" dirty="0"/>
              <a:t> in </a:t>
            </a:r>
            <a:r>
              <a:rPr lang="fr-FR" sz="2000" b="1" dirty="0" err="1"/>
              <a:t>Poland</a:t>
            </a:r>
            <a:endParaRPr lang="fr-FR" sz="2000" b="1" dirty="0"/>
          </a:p>
          <a:p>
            <a:pPr>
              <a:lnSpc>
                <a:spcPct val="150000"/>
              </a:lnSpc>
            </a:pPr>
            <a:r>
              <a:rPr lang="fr-FR" b="1" i="1" dirty="0">
                <a:sym typeface="Wingdings" panose="05000000000000000000" pitchFamily="2" charset="2"/>
              </a:rPr>
              <a:t> dates to </a:t>
            </a:r>
            <a:r>
              <a:rPr lang="fr-FR" b="1" i="1" dirty="0" err="1">
                <a:sym typeface="Wingdings" panose="05000000000000000000" pitchFamily="2" charset="2"/>
              </a:rPr>
              <a:t>be</a:t>
            </a:r>
            <a:r>
              <a:rPr lang="fr-FR" b="1" i="1" dirty="0">
                <a:sym typeface="Wingdings" panose="05000000000000000000" pitchFamily="2" charset="2"/>
              </a:rPr>
              <a:t> </a:t>
            </a:r>
            <a:r>
              <a:rPr lang="fr-FR" b="1" i="1" dirty="0" err="1">
                <a:sym typeface="Wingdings" panose="05000000000000000000" pitchFamily="2" charset="2"/>
              </a:rPr>
              <a:t>approved</a:t>
            </a:r>
            <a:endParaRPr lang="en-US" b="1" i="1" dirty="0"/>
          </a:p>
        </p:txBody>
      </p:sp>
      <p:pic>
        <p:nvPicPr>
          <p:cNvPr id="17" name="Image 1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352215"/>
            <a:ext cx="1794856" cy="1211529"/>
          </a:xfrm>
          <a:prstGeom prst="rect">
            <a:avLst/>
          </a:prstGeom>
        </p:spPr>
      </p:pic>
      <p:sp>
        <p:nvSpPr>
          <p:cNvPr id="9" name="ZoneTexte 8"/>
          <p:cNvSpPr txBox="1"/>
          <p:nvPr/>
        </p:nvSpPr>
        <p:spPr>
          <a:xfrm>
            <a:off x="4346235" y="5683693"/>
            <a:ext cx="3731342" cy="523220"/>
          </a:xfrm>
          <a:prstGeom prst="rect">
            <a:avLst/>
          </a:prstGeom>
          <a:noFill/>
        </p:spPr>
        <p:txBody>
          <a:bodyPr wrap="none" rtlCol="0">
            <a:spAutoFit/>
          </a:bodyPr>
          <a:lstStyle/>
          <a:p>
            <a:r>
              <a:rPr lang="fr-FR" sz="2800" b="1" dirty="0">
                <a:solidFill>
                  <a:srgbClr val="C00000"/>
                </a:solidFill>
              </a:rPr>
              <a:t>Have a </a:t>
            </a:r>
            <a:r>
              <a:rPr lang="fr-FR" sz="2800" b="1" dirty="0" err="1">
                <a:solidFill>
                  <a:srgbClr val="C00000"/>
                </a:solidFill>
              </a:rPr>
              <a:t>great</a:t>
            </a:r>
            <a:r>
              <a:rPr lang="fr-FR" sz="2800" b="1" dirty="0">
                <a:solidFill>
                  <a:srgbClr val="C00000"/>
                </a:solidFill>
              </a:rPr>
              <a:t> </a:t>
            </a:r>
            <a:r>
              <a:rPr lang="fr-FR" sz="2800" b="1" dirty="0" err="1">
                <a:solidFill>
                  <a:srgbClr val="C00000"/>
                </a:solidFill>
              </a:rPr>
              <a:t>summer</a:t>
            </a:r>
            <a:r>
              <a:rPr lang="fr-FR" sz="2800" b="1" dirty="0">
                <a:solidFill>
                  <a:srgbClr val="C00000"/>
                </a:solidFill>
              </a:rPr>
              <a:t>!!!</a:t>
            </a:r>
            <a:endParaRPr lang="en-US" sz="2800" b="1" dirty="0">
              <a:solidFill>
                <a:srgbClr val="C00000"/>
              </a:solidFill>
            </a:endParaRPr>
          </a:p>
        </p:txBody>
      </p:sp>
      <p:sp>
        <p:nvSpPr>
          <p:cNvPr id="2" name="Espace réservé de la date 1"/>
          <p:cNvSpPr>
            <a:spLocks noGrp="1"/>
          </p:cNvSpPr>
          <p:nvPr>
            <p:ph type="dt" sz="half" idx="10"/>
          </p:nvPr>
        </p:nvSpPr>
        <p:spPr/>
        <p:txBody>
          <a:bodyPr/>
          <a:lstStyle/>
          <a:p>
            <a:fld id="{13370EC3-177D-4A3F-AD8F-D5D3B07D6D26}" type="datetime1">
              <a:rPr lang="fr-FR" smtClean="0"/>
              <a:t>15/07/2026</a:t>
            </a:fld>
            <a:endParaRPr lang="en-US" dirty="0"/>
          </a:p>
        </p:txBody>
      </p:sp>
      <p:sp>
        <p:nvSpPr>
          <p:cNvPr id="5" name="Espace réservé du pied de page 4"/>
          <p:cNvSpPr>
            <a:spLocks noGrp="1"/>
          </p:cNvSpPr>
          <p:nvPr>
            <p:ph type="ftr" sz="quarter" idx="11"/>
          </p:nvPr>
        </p:nvSpPr>
        <p:spPr/>
        <p:txBody>
          <a:bodyPr/>
          <a:lstStyle/>
          <a:p>
            <a:r>
              <a:rPr lang="en-US" dirty="0"/>
              <a:t>CA22123 EU-MACE GP3 monthly CG update</a:t>
            </a:r>
          </a:p>
        </p:txBody>
      </p:sp>
    </p:spTree>
    <p:extLst>
      <p:ext uri="{BB962C8B-B14F-4D97-AF65-F5344CB8AC3E}">
        <p14:creationId xmlns:p14="http://schemas.microsoft.com/office/powerpoint/2010/main" val="40838719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a:xfrm>
            <a:off x="1656080" y="3443967"/>
            <a:ext cx="10547089" cy="1224000"/>
          </a:xfrm>
        </p:spPr>
        <p:txBody>
          <a:bodyPr/>
          <a:lstStyle/>
          <a:p>
            <a:r>
              <a:rPr lang="en-US" b="1" dirty="0" err="1"/>
              <a:t>Sanna</a:t>
            </a:r>
            <a:r>
              <a:rPr lang="en-US" b="1" dirty="0"/>
              <a:t> Jarl – RISE/Uppsala U, Sweden</a:t>
            </a:r>
          </a:p>
        </p:txBody>
      </p:sp>
      <p:sp>
        <p:nvSpPr>
          <p:cNvPr id="5" name="Rectangle 4">
            <a:extLst>
              <a:ext uri="{FF2B5EF4-FFF2-40B4-BE49-F238E27FC236}">
                <a16:creationId xmlns:a16="http://schemas.microsoft.com/office/drawing/2014/main" id="{DE76EF12-74AC-419B-99D5-E4E77E287907}"/>
              </a:ext>
            </a:extLst>
          </p:cNvPr>
          <p:cNvSpPr/>
          <p:nvPr/>
        </p:nvSpPr>
        <p:spPr>
          <a:xfrm>
            <a:off x="1656080" y="4909957"/>
            <a:ext cx="10161752" cy="1200329"/>
          </a:xfrm>
          <a:prstGeom prst="rect">
            <a:avLst/>
          </a:prstGeom>
          <a:solidFill>
            <a:schemeClr val="accent2">
              <a:lumMod val="20000"/>
              <a:lumOff val="80000"/>
            </a:schemeClr>
          </a:solidFill>
        </p:spPr>
        <p:txBody>
          <a:bodyPr wrap="square" lIns="91440" tIns="45720" rIns="91440" bIns="45720">
            <a:spAutoFit/>
          </a:bodyPr>
          <a:lstStyle/>
          <a:p>
            <a:pPr algn="ctr"/>
            <a:r>
              <a:rPr lang="en-US" sz="3600" b="1" i="0" dirty="0">
                <a:solidFill>
                  <a:srgbClr val="000000"/>
                </a:solidFill>
                <a:effectLst/>
                <a:latin typeface="proxima-nova"/>
              </a:rPr>
              <a:t>Machine learning for in-situ composition mapping in a self-driving magnetron sputtering system</a:t>
            </a:r>
            <a:endParaRPr lang="fr-FR" sz="3600" b="1" cap="none" spc="0" dirty="0">
              <a:ln w="22225">
                <a:solidFill>
                  <a:schemeClr val="accent2"/>
                </a:solidFill>
                <a:prstDash val="solid"/>
              </a:ln>
              <a:blipFill>
                <a:blip r:embed="rId2"/>
                <a:tile tx="0" ty="0" sx="100000" sy="100000" flip="none" algn="tl"/>
              </a:blipFill>
              <a:effectLst/>
            </a:endParaRPr>
          </a:p>
        </p:txBody>
      </p:sp>
      <p:sp>
        <p:nvSpPr>
          <p:cNvPr id="4" name="Ellipse 3">
            <a:extLst>
              <a:ext uri="{FF2B5EF4-FFF2-40B4-BE49-F238E27FC236}">
                <a16:creationId xmlns:a16="http://schemas.microsoft.com/office/drawing/2014/main" id="{3515913E-400B-41B2-ACFA-509BE739D410}"/>
              </a:ext>
            </a:extLst>
          </p:cNvPr>
          <p:cNvSpPr/>
          <p:nvPr/>
        </p:nvSpPr>
        <p:spPr>
          <a:xfrm>
            <a:off x="5246764" y="1330610"/>
            <a:ext cx="1885556" cy="1800000"/>
          </a:xfrm>
          <a:prstGeom prst="ellipse">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513991647"/>
      </p:ext>
    </p:extLst>
  </p:cSld>
  <p:clrMapOvr>
    <a:masterClrMapping/>
  </p:clrMapOvr>
</p:sld>
</file>

<file path=ppt/theme/theme1.xml><?xml version="1.0" encoding="utf-8"?>
<a:theme xmlns:a="http://schemas.openxmlformats.org/drawingml/2006/main" name="Office Theme">
  <a:themeElements>
    <a:clrScheme name="Custom 17">
      <a:dk1>
        <a:sysClr val="windowText" lastClr="000000"/>
      </a:dk1>
      <a:lt1>
        <a:sysClr val="window" lastClr="FFFFFF"/>
      </a:lt1>
      <a:dk2>
        <a:srgbClr val="44546A"/>
      </a:dk2>
      <a:lt2>
        <a:srgbClr val="E7E6E6"/>
      </a:lt2>
      <a:accent1>
        <a:srgbClr val="BED6DA"/>
      </a:accent1>
      <a:accent2>
        <a:srgbClr val="3E7090"/>
      </a:accent2>
      <a:accent3>
        <a:srgbClr val="93A5A8"/>
      </a:accent3>
      <a:accent4>
        <a:srgbClr val="627272"/>
      </a:accent4>
      <a:accent5>
        <a:srgbClr val="BDA07D"/>
      </a:accent5>
      <a:accent6>
        <a:srgbClr val="D8CAB7"/>
      </a:accent6>
      <a:hlink>
        <a:srgbClr val="0563C1"/>
      </a:hlink>
      <a:folHlink>
        <a:srgbClr val="954F72"/>
      </a:folHlink>
    </a:clrScheme>
    <a:fontScheme name="Custom 24">
      <a:majorFont>
        <a:latin typeface="Segoe UI Light"/>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astal_Presentation_TM33468121_Win32_JC_SL_v3" id="{5CC0C496-FD8A-42BF-932F-4FD62E56F269}" vid="{DBEAE538-0105-45CF-A6D4-E0B303E1878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2AF5DA8-6387-4138-BF96-B65D39F2FC21}">
  <ds:schemaRefs>
    <ds:schemaRef ds:uri="http://purl.org/dc/terms/"/>
    <ds:schemaRef ds:uri="16c05727-aa75-4e4a-9b5f-8a80a1165891"/>
    <ds:schemaRef ds:uri="http://purl.org/dc/dcmitype/"/>
    <ds:schemaRef ds:uri="http://schemas.microsoft.com/office/infopath/2007/PartnerControls"/>
    <ds:schemaRef ds:uri="http://purl.org/dc/elements/1.1/"/>
    <ds:schemaRef ds:uri="http://schemas.microsoft.com/office/2006/metadata/properties"/>
    <ds:schemaRef ds:uri="http://schemas.openxmlformats.org/package/2006/metadata/core-properties"/>
    <ds:schemaRef ds:uri="http://schemas.microsoft.com/office/2006/documentManagement/types"/>
    <ds:schemaRef ds:uri="http://schemas.microsoft.com/sharepoint/v3"/>
    <ds:schemaRef ds:uri="230e9df3-be65-4c73-a93b-d1236ebd677e"/>
    <ds:schemaRef ds:uri="71af3243-3dd4-4a8d-8c0d-dd76da1f02a5"/>
    <ds:schemaRef ds:uri="http://www.w3.org/XML/1998/namespace"/>
  </ds:schemaRefs>
</ds:datastoreItem>
</file>

<file path=customXml/itemProps2.xml><?xml version="1.0" encoding="utf-8"?>
<ds:datastoreItem xmlns:ds="http://schemas.openxmlformats.org/officeDocument/2006/customXml" ds:itemID="{7279BBA1-1277-4614-8DDE-B2EB22751222}">
  <ds:schemaRefs>
    <ds:schemaRef ds:uri="http://schemas.microsoft.com/sharepoint/v3/contenttype/forms"/>
  </ds:schemaRefs>
</ds:datastoreItem>
</file>

<file path=customXml/itemProps3.xml><?xml version="1.0" encoding="utf-8"?>
<ds:datastoreItem xmlns:ds="http://schemas.openxmlformats.org/officeDocument/2006/customXml" ds:itemID="{13EF380A-18DE-4A59-8A28-3F29B5D010E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0</TotalTime>
  <Words>2238</Words>
  <Application>Microsoft Office PowerPoint</Application>
  <PresentationFormat>Grand écran</PresentationFormat>
  <Paragraphs>294</Paragraphs>
  <Slides>20</Slides>
  <Notes>10</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20</vt:i4>
      </vt:variant>
    </vt:vector>
  </HeadingPairs>
  <TitlesOfParts>
    <vt:vector size="28" baseType="lpstr">
      <vt:lpstr>proxima-nova</vt:lpstr>
      <vt:lpstr>Arial</vt:lpstr>
      <vt:lpstr>Arial Black</vt:lpstr>
      <vt:lpstr>Calibri</vt:lpstr>
      <vt:lpstr>Segoe UI</vt:lpstr>
      <vt:lpstr>Segoe UI Light</vt:lpstr>
      <vt:lpstr>Wingdings</vt:lpstr>
      <vt:lpstr>Office Theme</vt:lpstr>
      <vt:lpstr>CA22123 EU-MACE:     Core Group monthly update GP3 #9</vt:lpstr>
      <vt:lpstr>Hello!</vt:lpstr>
      <vt:lpstr>Présentation PowerPoint</vt:lpstr>
      <vt:lpstr>Update since last meeting</vt:lpstr>
      <vt:lpstr>Conference &amp; stsm grants open </vt:lpstr>
      <vt:lpstr>Young EU-MACE seminar</vt:lpstr>
      <vt:lpstr>Legacylab 2 update</vt:lpstr>
      <vt:lpstr>Erasmus+ and other training network building</vt:lpstr>
      <vt:lpstr>1. The PRISM Project – Viktor Kislyuk (KNU Ukraine) (Physics and Materials Science Research Integration through Scalable Modules)</vt:lpstr>
      <vt:lpstr>Présentation PowerPoint</vt:lpstr>
      <vt:lpstr>Présentation PowerPoint</vt:lpstr>
      <vt:lpstr>Erasmus+ and other training network building</vt:lpstr>
      <vt:lpstr>other Actions</vt:lpstr>
      <vt:lpstr>training school or training modules</vt:lpstr>
      <vt:lpstr>‘Traing’ for GP3</vt:lpstr>
      <vt:lpstr>Communications</vt:lpstr>
      <vt:lpstr>Web &amp; LinkedIn</vt:lpstr>
      <vt:lpstr>Next meetings</vt:lpstr>
      <vt:lpstr>Next MC/CG monthly update meetings</vt:lpstr>
      <vt:lpstr>Sanna Jarl – RISE/Uppsala U, Sweden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2021-05-30T14:58:49Z</dcterms:created>
  <dcterms:modified xsi:type="dcterms:W3CDTF">2026-07-17T07:15:47Z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